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99" r:id="rId3"/>
    <p:sldId id="257" r:id="rId4"/>
    <p:sldId id="258" r:id="rId5"/>
    <p:sldId id="259" r:id="rId6"/>
    <p:sldId id="260" r:id="rId7"/>
    <p:sldId id="261" r:id="rId8"/>
    <p:sldId id="294" r:id="rId9"/>
    <p:sldId id="295" r:id="rId10"/>
    <p:sldId id="296" r:id="rId11"/>
    <p:sldId id="297" r:id="rId12"/>
    <p:sldId id="298" r:id="rId13"/>
    <p:sldId id="279" r:id="rId14"/>
    <p:sldId id="280" r:id="rId15"/>
    <p:sldId id="281" r:id="rId16"/>
    <p:sldId id="282" r:id="rId17"/>
    <p:sldId id="283" r:id="rId18"/>
    <p:sldId id="284" r:id="rId19"/>
    <p:sldId id="285" r:id="rId20"/>
    <p:sldId id="286" r:id="rId21"/>
    <p:sldId id="288" r:id="rId22"/>
    <p:sldId id="289" r:id="rId23"/>
    <p:sldId id="290" r:id="rId24"/>
    <p:sldId id="291" r:id="rId25"/>
    <p:sldId id="287" r:id="rId26"/>
    <p:sldId id="292" r:id="rId27"/>
    <p:sldId id="268" r:id="rId28"/>
    <p:sldId id="269" r:id="rId29"/>
    <p:sldId id="270" r:id="rId30"/>
    <p:sldId id="278" r:id="rId31"/>
    <p:sldId id="272" r:id="rId32"/>
    <p:sldId id="273" r:id="rId33"/>
    <p:sldId id="274" r:id="rId34"/>
    <p:sldId id="275" r:id="rId35"/>
    <p:sldId id="276" r:id="rId36"/>
    <p:sldId id="277" r:id="rId37"/>
    <p:sldId id="29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034E0C-27E3-F524-E31E-56598ED76C79}" v="586" dt="2026-05-04T20:44:16.088"/>
    <p1510:client id="{456D6C11-7A5D-FB89-9819-E29D184059EE}" v="1198" dt="2026-05-04T19:50:03.463"/>
    <p1510:client id="{63950F2D-A983-517C-DC4E-A8C1C3115660}" v="2" dt="2026-05-04T20:39:21.067"/>
    <p1510:client id="{CE5C4DB7-8295-1DD6-4261-2A68EC8E8ECC}" v="3893" dt="2026-05-03T00:45:49.3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image" Target="../media/image22.svg"/><Relationship Id="rId4" Type="http://schemas.openxmlformats.org/officeDocument/2006/relationships/image" Target="../media/image2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rawing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image" Target="../media/image22.svg"/><Relationship Id="rId4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2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B14531-0F10-4653-A6C0-D533709B7D1C}" type="doc">
      <dgm:prSet loTypeId="urn:microsoft.com/office/officeart/2005/8/layout/vList5" loCatId="list" qsTypeId="urn:microsoft.com/office/officeart/2005/8/quickstyle/simple5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C1881AAA-1D64-4DDA-89FC-129A0F0F0A3B}">
      <dgm:prSet/>
      <dgm:spPr/>
      <dgm:t>
        <a:bodyPr/>
        <a:lstStyle/>
        <a:p>
          <a:r>
            <a:rPr lang="en-US"/>
            <a:t>Messages sent over most networks are vulnerable and can be intercepted</a:t>
          </a:r>
        </a:p>
      </dgm:t>
    </dgm:pt>
    <dgm:pt modelId="{FA2ACA93-FE0C-4881-99B6-F0F79596F29F}" type="parTrans" cxnId="{23220400-5810-4DCB-B8F1-36202A5D0F79}">
      <dgm:prSet/>
      <dgm:spPr/>
      <dgm:t>
        <a:bodyPr/>
        <a:lstStyle/>
        <a:p>
          <a:endParaRPr lang="en-US"/>
        </a:p>
      </dgm:t>
    </dgm:pt>
    <dgm:pt modelId="{66520346-F123-4BE2-BE55-9DD0C70B1ED8}" type="sibTrans" cxnId="{23220400-5810-4DCB-B8F1-36202A5D0F79}">
      <dgm:prSet/>
      <dgm:spPr/>
      <dgm:t>
        <a:bodyPr/>
        <a:lstStyle/>
        <a:p>
          <a:endParaRPr lang="en-US"/>
        </a:p>
      </dgm:t>
    </dgm:pt>
    <dgm:pt modelId="{50DC7B08-4EE6-491D-A0FF-46689A742FD8}">
      <dgm:prSet/>
      <dgm:spPr/>
      <dgm:t>
        <a:bodyPr/>
        <a:lstStyle/>
        <a:p>
          <a:r>
            <a:rPr lang="en-US"/>
            <a:t>Servers can read plaintext messages</a:t>
          </a:r>
        </a:p>
      </dgm:t>
    </dgm:pt>
    <dgm:pt modelId="{ECF0975C-EC7C-44EF-9E95-46A8A2BA0181}" type="parTrans" cxnId="{649CBD9A-9115-4DCD-8833-356C473600D8}">
      <dgm:prSet/>
      <dgm:spPr/>
      <dgm:t>
        <a:bodyPr/>
        <a:lstStyle/>
        <a:p>
          <a:endParaRPr lang="en-US"/>
        </a:p>
      </dgm:t>
    </dgm:pt>
    <dgm:pt modelId="{C1F2000C-1609-4EEC-8D08-29442F322B38}" type="sibTrans" cxnId="{649CBD9A-9115-4DCD-8833-356C473600D8}">
      <dgm:prSet/>
      <dgm:spPr/>
      <dgm:t>
        <a:bodyPr/>
        <a:lstStyle/>
        <a:p>
          <a:endParaRPr lang="en-US"/>
        </a:p>
      </dgm:t>
    </dgm:pt>
    <dgm:pt modelId="{222BAB41-D11D-40D8-9B3F-342322FC19FC}">
      <dgm:prSet/>
      <dgm:spPr/>
      <dgm:t>
        <a:bodyPr/>
        <a:lstStyle/>
        <a:p>
          <a:r>
            <a:rPr lang="en-US"/>
            <a:t>No guarantee of message integrity</a:t>
          </a:r>
        </a:p>
      </dgm:t>
    </dgm:pt>
    <dgm:pt modelId="{2B4670A5-245D-402C-81DD-20EEB6D9BFB1}" type="parTrans" cxnId="{D891F58C-FFE0-4927-A9BB-B7E440476D66}">
      <dgm:prSet/>
      <dgm:spPr/>
      <dgm:t>
        <a:bodyPr/>
        <a:lstStyle/>
        <a:p>
          <a:endParaRPr lang="en-US"/>
        </a:p>
      </dgm:t>
    </dgm:pt>
    <dgm:pt modelId="{77E0A511-480F-42E8-84F2-1DAFD5D06F8A}" type="sibTrans" cxnId="{D891F58C-FFE0-4927-A9BB-B7E440476D66}">
      <dgm:prSet/>
      <dgm:spPr/>
      <dgm:t>
        <a:bodyPr/>
        <a:lstStyle/>
        <a:p>
          <a:endParaRPr lang="en-US"/>
        </a:p>
      </dgm:t>
    </dgm:pt>
    <dgm:pt modelId="{CDAE69EC-4D1E-4598-B112-EE3112F0699C}">
      <dgm:prSet/>
      <dgm:spPr/>
      <dgm:t>
        <a:bodyPr/>
        <a:lstStyle/>
        <a:p>
          <a:r>
            <a:rPr lang="en-US"/>
            <a:t>Need secure communication</a:t>
          </a:r>
        </a:p>
      </dgm:t>
    </dgm:pt>
    <dgm:pt modelId="{A99A1D65-9FFE-4C8E-9623-18480180FB67}" type="parTrans" cxnId="{9BDF13A0-CC4A-423C-85BD-1801C18E76C5}">
      <dgm:prSet/>
      <dgm:spPr/>
      <dgm:t>
        <a:bodyPr/>
        <a:lstStyle/>
        <a:p>
          <a:endParaRPr lang="en-US"/>
        </a:p>
      </dgm:t>
    </dgm:pt>
    <dgm:pt modelId="{F7333E9A-3ECC-4FEE-B20C-13541A8EBBC6}" type="sibTrans" cxnId="{9BDF13A0-CC4A-423C-85BD-1801C18E76C5}">
      <dgm:prSet/>
      <dgm:spPr/>
      <dgm:t>
        <a:bodyPr/>
        <a:lstStyle/>
        <a:p>
          <a:endParaRPr lang="en-US"/>
        </a:p>
      </dgm:t>
    </dgm:pt>
    <dgm:pt modelId="{2907D84F-9A25-472C-BC75-88390BA4ADEB}" type="pres">
      <dgm:prSet presAssocID="{D0B14531-0F10-4653-A6C0-D533709B7D1C}" presName="Name0" presStyleCnt="0">
        <dgm:presLayoutVars>
          <dgm:dir/>
          <dgm:animLvl val="lvl"/>
          <dgm:resizeHandles val="exact"/>
        </dgm:presLayoutVars>
      </dgm:prSet>
      <dgm:spPr/>
    </dgm:pt>
    <dgm:pt modelId="{012A40C0-13BB-4C4B-9D5C-1DB44A33FC4B}" type="pres">
      <dgm:prSet presAssocID="{C1881AAA-1D64-4DDA-89FC-129A0F0F0A3B}" presName="linNode" presStyleCnt="0"/>
      <dgm:spPr/>
    </dgm:pt>
    <dgm:pt modelId="{E4EE8183-C867-4DC0-BB19-C444375E7E19}" type="pres">
      <dgm:prSet presAssocID="{C1881AAA-1D64-4DDA-89FC-129A0F0F0A3B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31C84E7B-3B34-4C3C-8448-9DF69D6E45D7}" type="pres">
      <dgm:prSet presAssocID="{66520346-F123-4BE2-BE55-9DD0C70B1ED8}" presName="sp" presStyleCnt="0"/>
      <dgm:spPr/>
    </dgm:pt>
    <dgm:pt modelId="{3B684325-4CA6-4719-845C-65935E669863}" type="pres">
      <dgm:prSet presAssocID="{50DC7B08-4EE6-491D-A0FF-46689A742FD8}" presName="linNode" presStyleCnt="0"/>
      <dgm:spPr/>
    </dgm:pt>
    <dgm:pt modelId="{2171F711-FAA7-4A68-BB3E-3B973D3CECC3}" type="pres">
      <dgm:prSet presAssocID="{50DC7B08-4EE6-491D-A0FF-46689A742FD8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325A24C7-3DBC-4C5B-8E47-32E4E34EFA68}" type="pres">
      <dgm:prSet presAssocID="{C1F2000C-1609-4EEC-8D08-29442F322B38}" presName="sp" presStyleCnt="0"/>
      <dgm:spPr/>
    </dgm:pt>
    <dgm:pt modelId="{FFF26E6B-B95A-4D5A-86B3-6D03D537C23E}" type="pres">
      <dgm:prSet presAssocID="{222BAB41-D11D-40D8-9B3F-342322FC19FC}" presName="linNode" presStyleCnt="0"/>
      <dgm:spPr/>
    </dgm:pt>
    <dgm:pt modelId="{C553FE1F-3C53-4364-A6AD-199A47861B29}" type="pres">
      <dgm:prSet presAssocID="{222BAB41-D11D-40D8-9B3F-342322FC19FC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B59C1B5B-3F7D-4CC9-B2C5-3497F7EB165A}" type="pres">
      <dgm:prSet presAssocID="{77E0A511-480F-42E8-84F2-1DAFD5D06F8A}" presName="sp" presStyleCnt="0"/>
      <dgm:spPr/>
    </dgm:pt>
    <dgm:pt modelId="{9C708B4D-3E7F-4BFA-AB11-D6206E84CB0A}" type="pres">
      <dgm:prSet presAssocID="{CDAE69EC-4D1E-4598-B112-EE3112F0699C}" presName="linNode" presStyleCnt="0"/>
      <dgm:spPr/>
    </dgm:pt>
    <dgm:pt modelId="{C8947B06-AF58-4AA1-986D-69DD73D20D84}" type="pres">
      <dgm:prSet presAssocID="{CDAE69EC-4D1E-4598-B112-EE3112F0699C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23220400-5810-4DCB-B8F1-36202A5D0F79}" srcId="{D0B14531-0F10-4653-A6C0-D533709B7D1C}" destId="{C1881AAA-1D64-4DDA-89FC-129A0F0F0A3B}" srcOrd="0" destOrd="0" parTransId="{FA2ACA93-FE0C-4881-99B6-F0F79596F29F}" sibTransId="{66520346-F123-4BE2-BE55-9DD0C70B1ED8}"/>
    <dgm:cxn modelId="{6227D30C-3063-4821-9FBE-FBC8517FC11C}" type="presOf" srcId="{C1881AAA-1D64-4DDA-89FC-129A0F0F0A3B}" destId="{E4EE8183-C867-4DC0-BB19-C444375E7E19}" srcOrd="0" destOrd="0" presId="urn:microsoft.com/office/officeart/2005/8/layout/vList5"/>
    <dgm:cxn modelId="{EB235030-304C-4DC6-AB83-28A9E58BDE40}" type="presOf" srcId="{CDAE69EC-4D1E-4598-B112-EE3112F0699C}" destId="{C8947B06-AF58-4AA1-986D-69DD73D20D84}" srcOrd="0" destOrd="0" presId="urn:microsoft.com/office/officeart/2005/8/layout/vList5"/>
    <dgm:cxn modelId="{CC32E261-D4E0-4AFF-8ACF-95E2075FDB15}" type="presOf" srcId="{D0B14531-0F10-4653-A6C0-D533709B7D1C}" destId="{2907D84F-9A25-472C-BC75-88390BA4ADEB}" srcOrd="0" destOrd="0" presId="urn:microsoft.com/office/officeart/2005/8/layout/vList5"/>
    <dgm:cxn modelId="{D891F58C-FFE0-4927-A9BB-B7E440476D66}" srcId="{D0B14531-0F10-4653-A6C0-D533709B7D1C}" destId="{222BAB41-D11D-40D8-9B3F-342322FC19FC}" srcOrd="2" destOrd="0" parTransId="{2B4670A5-245D-402C-81DD-20EEB6D9BFB1}" sibTransId="{77E0A511-480F-42E8-84F2-1DAFD5D06F8A}"/>
    <dgm:cxn modelId="{8EDE4494-29B1-4441-9047-6200059DC6DC}" type="presOf" srcId="{222BAB41-D11D-40D8-9B3F-342322FC19FC}" destId="{C553FE1F-3C53-4364-A6AD-199A47861B29}" srcOrd="0" destOrd="0" presId="urn:microsoft.com/office/officeart/2005/8/layout/vList5"/>
    <dgm:cxn modelId="{649CBD9A-9115-4DCD-8833-356C473600D8}" srcId="{D0B14531-0F10-4653-A6C0-D533709B7D1C}" destId="{50DC7B08-4EE6-491D-A0FF-46689A742FD8}" srcOrd="1" destOrd="0" parTransId="{ECF0975C-EC7C-44EF-9E95-46A8A2BA0181}" sibTransId="{C1F2000C-1609-4EEC-8D08-29442F322B38}"/>
    <dgm:cxn modelId="{9BDF13A0-CC4A-423C-85BD-1801C18E76C5}" srcId="{D0B14531-0F10-4653-A6C0-D533709B7D1C}" destId="{CDAE69EC-4D1E-4598-B112-EE3112F0699C}" srcOrd="3" destOrd="0" parTransId="{A99A1D65-9FFE-4C8E-9623-18480180FB67}" sibTransId="{F7333E9A-3ECC-4FEE-B20C-13541A8EBBC6}"/>
    <dgm:cxn modelId="{3B5A39E1-E4F4-4726-B290-7124B6C69D83}" type="presOf" srcId="{50DC7B08-4EE6-491D-A0FF-46689A742FD8}" destId="{2171F711-FAA7-4A68-BB3E-3B973D3CECC3}" srcOrd="0" destOrd="0" presId="urn:microsoft.com/office/officeart/2005/8/layout/vList5"/>
    <dgm:cxn modelId="{0BF77AB7-114B-401D-A61F-A94C2680DEEA}" type="presParOf" srcId="{2907D84F-9A25-472C-BC75-88390BA4ADEB}" destId="{012A40C0-13BB-4C4B-9D5C-1DB44A33FC4B}" srcOrd="0" destOrd="0" presId="urn:microsoft.com/office/officeart/2005/8/layout/vList5"/>
    <dgm:cxn modelId="{E5F36206-A21A-4400-A7E5-3FE5E8BEFD96}" type="presParOf" srcId="{012A40C0-13BB-4C4B-9D5C-1DB44A33FC4B}" destId="{E4EE8183-C867-4DC0-BB19-C444375E7E19}" srcOrd="0" destOrd="0" presId="urn:microsoft.com/office/officeart/2005/8/layout/vList5"/>
    <dgm:cxn modelId="{AA1AC7F9-F66E-46E8-9981-45A176CCD1D0}" type="presParOf" srcId="{2907D84F-9A25-472C-BC75-88390BA4ADEB}" destId="{31C84E7B-3B34-4C3C-8448-9DF69D6E45D7}" srcOrd="1" destOrd="0" presId="urn:microsoft.com/office/officeart/2005/8/layout/vList5"/>
    <dgm:cxn modelId="{5E100A7E-C37C-4FED-9E06-F7C0E73FC70E}" type="presParOf" srcId="{2907D84F-9A25-472C-BC75-88390BA4ADEB}" destId="{3B684325-4CA6-4719-845C-65935E669863}" srcOrd="2" destOrd="0" presId="urn:microsoft.com/office/officeart/2005/8/layout/vList5"/>
    <dgm:cxn modelId="{3085C0C0-B32B-4920-9483-0A24DAF46B50}" type="presParOf" srcId="{3B684325-4CA6-4719-845C-65935E669863}" destId="{2171F711-FAA7-4A68-BB3E-3B973D3CECC3}" srcOrd="0" destOrd="0" presId="urn:microsoft.com/office/officeart/2005/8/layout/vList5"/>
    <dgm:cxn modelId="{C122F9B8-4581-43AE-8C37-0DFA5AA29B54}" type="presParOf" srcId="{2907D84F-9A25-472C-BC75-88390BA4ADEB}" destId="{325A24C7-3DBC-4C5B-8E47-32E4E34EFA68}" srcOrd="3" destOrd="0" presId="urn:microsoft.com/office/officeart/2005/8/layout/vList5"/>
    <dgm:cxn modelId="{557E2104-7209-47AB-A361-43DAF34CCD04}" type="presParOf" srcId="{2907D84F-9A25-472C-BC75-88390BA4ADEB}" destId="{FFF26E6B-B95A-4D5A-86B3-6D03D537C23E}" srcOrd="4" destOrd="0" presId="urn:microsoft.com/office/officeart/2005/8/layout/vList5"/>
    <dgm:cxn modelId="{06A449CB-4693-407E-8C07-1693C7A32922}" type="presParOf" srcId="{FFF26E6B-B95A-4D5A-86B3-6D03D537C23E}" destId="{C553FE1F-3C53-4364-A6AD-199A47861B29}" srcOrd="0" destOrd="0" presId="urn:microsoft.com/office/officeart/2005/8/layout/vList5"/>
    <dgm:cxn modelId="{3501B3C4-4FD5-41DF-B2CA-721EE1763BC2}" type="presParOf" srcId="{2907D84F-9A25-472C-BC75-88390BA4ADEB}" destId="{B59C1B5B-3F7D-4CC9-B2C5-3497F7EB165A}" srcOrd="5" destOrd="0" presId="urn:microsoft.com/office/officeart/2005/8/layout/vList5"/>
    <dgm:cxn modelId="{3B6F8740-2FE5-47AA-9865-C46BB1AD2BB3}" type="presParOf" srcId="{2907D84F-9A25-472C-BC75-88390BA4ADEB}" destId="{9C708B4D-3E7F-4BFA-AB11-D6206E84CB0A}" srcOrd="6" destOrd="0" presId="urn:microsoft.com/office/officeart/2005/8/layout/vList5"/>
    <dgm:cxn modelId="{0DF265B4-89E1-4E5D-810C-A76D38840A2E}" type="presParOf" srcId="{9C708B4D-3E7F-4BFA-AB11-D6206E84CB0A}" destId="{C8947B06-AF58-4AA1-986D-69DD73D20D84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1016F6E-B37F-4B17-84B0-C4F8AE57116A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accent0_3" csCatId="mainScheme" phldr="1"/>
      <dgm:spPr/>
      <dgm:t>
        <a:bodyPr/>
        <a:lstStyle/>
        <a:p>
          <a:endParaRPr lang="en-US"/>
        </a:p>
      </dgm:t>
    </dgm:pt>
    <dgm:pt modelId="{6AC0D98A-6233-4F21-8020-DC2DEA1C01EB}">
      <dgm:prSet/>
      <dgm:spPr/>
      <dgm:t>
        <a:bodyPr/>
        <a:lstStyle/>
        <a:p>
          <a:r>
            <a:rPr lang="en-US"/>
            <a:t>Build a secure chat application in Python</a:t>
          </a:r>
        </a:p>
      </dgm:t>
    </dgm:pt>
    <dgm:pt modelId="{660C6AE9-D8C8-444D-90AD-DF05100FDDF3}" type="parTrans" cxnId="{70B2A198-45F0-40EE-A4D6-29CE4658F7A3}">
      <dgm:prSet/>
      <dgm:spPr/>
      <dgm:t>
        <a:bodyPr/>
        <a:lstStyle/>
        <a:p>
          <a:endParaRPr lang="en-US"/>
        </a:p>
      </dgm:t>
    </dgm:pt>
    <dgm:pt modelId="{E52171AB-8A24-4CC9-AB0A-BC197480FAB3}" type="sibTrans" cxnId="{70B2A198-45F0-40EE-A4D6-29CE4658F7A3}">
      <dgm:prSet/>
      <dgm:spPr/>
      <dgm:t>
        <a:bodyPr/>
        <a:lstStyle/>
        <a:p>
          <a:endParaRPr lang="en-US"/>
        </a:p>
      </dgm:t>
    </dgm:pt>
    <dgm:pt modelId="{BC59AB32-AD11-449A-81A4-862FB2A67BD9}">
      <dgm:prSet/>
      <dgm:spPr/>
      <dgm:t>
        <a:bodyPr/>
        <a:lstStyle/>
        <a:p>
          <a:r>
            <a:rPr lang="en-US"/>
            <a:t>Ensure messages are encrypted end-to-end</a:t>
          </a:r>
        </a:p>
      </dgm:t>
    </dgm:pt>
    <dgm:pt modelId="{7FDAF479-6A1A-4B77-B0BA-E4FAFE30D921}" type="parTrans" cxnId="{89CFB8DD-9A0C-495B-8A15-E687D326CBFA}">
      <dgm:prSet/>
      <dgm:spPr/>
      <dgm:t>
        <a:bodyPr/>
        <a:lstStyle/>
        <a:p>
          <a:endParaRPr lang="en-US"/>
        </a:p>
      </dgm:t>
    </dgm:pt>
    <dgm:pt modelId="{12839419-500F-46EB-B5A6-96F6B4C0E709}" type="sibTrans" cxnId="{89CFB8DD-9A0C-495B-8A15-E687D326CBFA}">
      <dgm:prSet/>
      <dgm:spPr/>
      <dgm:t>
        <a:bodyPr/>
        <a:lstStyle/>
        <a:p>
          <a:endParaRPr lang="en-US"/>
        </a:p>
      </dgm:t>
    </dgm:pt>
    <dgm:pt modelId="{4D02A6B4-BA07-4035-A7C3-69FAA334FA21}">
      <dgm:prSet/>
      <dgm:spPr/>
      <dgm:t>
        <a:bodyPr/>
        <a:lstStyle/>
        <a:p>
          <a:r>
            <a:rPr lang="en-US"/>
            <a:t>Server cannot read message contents</a:t>
          </a:r>
        </a:p>
      </dgm:t>
    </dgm:pt>
    <dgm:pt modelId="{578F084E-FC12-4A7A-A827-9142C6ED067C}" type="parTrans" cxnId="{020887D4-7D78-43BB-94E7-486025598A48}">
      <dgm:prSet/>
      <dgm:spPr/>
      <dgm:t>
        <a:bodyPr/>
        <a:lstStyle/>
        <a:p>
          <a:endParaRPr lang="en-US"/>
        </a:p>
      </dgm:t>
    </dgm:pt>
    <dgm:pt modelId="{78A98DF3-3B3E-4E4D-8C60-3EF4083A1CE9}" type="sibTrans" cxnId="{020887D4-7D78-43BB-94E7-486025598A48}">
      <dgm:prSet/>
      <dgm:spPr/>
      <dgm:t>
        <a:bodyPr/>
        <a:lstStyle/>
        <a:p>
          <a:endParaRPr lang="en-US"/>
        </a:p>
      </dgm:t>
    </dgm:pt>
    <dgm:pt modelId="{4047D5E3-D8BC-4294-83F4-91202FBDE875}">
      <dgm:prSet/>
      <dgm:spPr/>
      <dgm:t>
        <a:bodyPr/>
        <a:lstStyle/>
        <a:p>
          <a:r>
            <a:rPr lang="en-US"/>
            <a:t>Use ChaCha20-Poly1305 as the core encryption</a:t>
          </a:r>
        </a:p>
      </dgm:t>
    </dgm:pt>
    <dgm:pt modelId="{B6DA6938-B752-495C-B4B4-C167E8858BDC}" type="parTrans" cxnId="{A9875B0A-61B9-4277-8421-D868BE848359}">
      <dgm:prSet/>
      <dgm:spPr/>
      <dgm:t>
        <a:bodyPr/>
        <a:lstStyle/>
        <a:p>
          <a:endParaRPr lang="en-US"/>
        </a:p>
      </dgm:t>
    </dgm:pt>
    <dgm:pt modelId="{9CD3461B-7D89-406F-AEA6-184998FF2EDB}" type="sibTrans" cxnId="{A9875B0A-61B9-4277-8421-D868BE848359}">
      <dgm:prSet/>
      <dgm:spPr/>
      <dgm:t>
        <a:bodyPr/>
        <a:lstStyle/>
        <a:p>
          <a:endParaRPr lang="en-US"/>
        </a:p>
      </dgm:t>
    </dgm:pt>
    <dgm:pt modelId="{B5AD5DD7-8B44-4150-8DEB-4BA04F36B93C}" type="pres">
      <dgm:prSet presAssocID="{11016F6E-B37F-4B17-84B0-C4F8AE57116A}" presName="root" presStyleCnt="0">
        <dgm:presLayoutVars>
          <dgm:dir/>
          <dgm:resizeHandles val="exact"/>
        </dgm:presLayoutVars>
      </dgm:prSet>
      <dgm:spPr/>
    </dgm:pt>
    <dgm:pt modelId="{3EC9DE33-E927-4E37-89ED-E52A7084E3FB}" type="pres">
      <dgm:prSet presAssocID="{11016F6E-B37F-4B17-84B0-C4F8AE57116A}" presName="container" presStyleCnt="0">
        <dgm:presLayoutVars>
          <dgm:dir/>
          <dgm:resizeHandles val="exact"/>
        </dgm:presLayoutVars>
      </dgm:prSet>
      <dgm:spPr/>
    </dgm:pt>
    <dgm:pt modelId="{A7BD2C3F-1F9A-41D3-BAD9-892F310CAEC2}" type="pres">
      <dgm:prSet presAssocID="{6AC0D98A-6233-4F21-8020-DC2DEA1C01EB}" presName="compNode" presStyleCnt="0"/>
      <dgm:spPr/>
    </dgm:pt>
    <dgm:pt modelId="{41E70B64-7410-4379-87BE-7DD293D28E73}" type="pres">
      <dgm:prSet presAssocID="{6AC0D98A-6233-4F21-8020-DC2DEA1C01EB}" presName="iconBgRect" presStyleLbl="bgShp" presStyleIdx="0" presStyleCnt="4"/>
      <dgm:spPr/>
    </dgm:pt>
    <dgm:pt modelId="{2C3D7B41-E5FF-42BB-A57A-FFFE21B01F4E}" type="pres">
      <dgm:prSet presAssocID="{6AC0D98A-6233-4F21-8020-DC2DEA1C01E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1AD8842D-2E4B-4296-8971-9CA53F948627}" type="pres">
      <dgm:prSet presAssocID="{6AC0D98A-6233-4F21-8020-DC2DEA1C01EB}" presName="spaceRect" presStyleCnt="0"/>
      <dgm:spPr/>
    </dgm:pt>
    <dgm:pt modelId="{E466F135-69E9-4095-B781-98249EFFB68E}" type="pres">
      <dgm:prSet presAssocID="{6AC0D98A-6233-4F21-8020-DC2DEA1C01EB}" presName="textRect" presStyleLbl="revTx" presStyleIdx="0" presStyleCnt="4">
        <dgm:presLayoutVars>
          <dgm:chMax val="1"/>
          <dgm:chPref val="1"/>
        </dgm:presLayoutVars>
      </dgm:prSet>
      <dgm:spPr/>
    </dgm:pt>
    <dgm:pt modelId="{3D9C7B02-3EEB-42BE-ACB6-15D9E613780D}" type="pres">
      <dgm:prSet presAssocID="{E52171AB-8A24-4CC9-AB0A-BC197480FAB3}" presName="sibTrans" presStyleLbl="sibTrans2D1" presStyleIdx="0" presStyleCnt="0"/>
      <dgm:spPr/>
    </dgm:pt>
    <dgm:pt modelId="{B5820EFF-CD60-4443-AF0F-BD18057199F7}" type="pres">
      <dgm:prSet presAssocID="{BC59AB32-AD11-449A-81A4-862FB2A67BD9}" presName="compNode" presStyleCnt="0"/>
      <dgm:spPr/>
    </dgm:pt>
    <dgm:pt modelId="{120AE5A2-67FF-4A95-A8E5-081B99943407}" type="pres">
      <dgm:prSet presAssocID="{BC59AB32-AD11-449A-81A4-862FB2A67BD9}" presName="iconBgRect" presStyleLbl="bgShp" presStyleIdx="1" presStyleCnt="4"/>
      <dgm:spPr/>
    </dgm:pt>
    <dgm:pt modelId="{B41F21C5-5E5E-44CF-9D3A-8561966E5B14}" type="pres">
      <dgm:prSet presAssocID="{BC59AB32-AD11-449A-81A4-862FB2A67BD9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74AB7C44-92BA-4615-99C1-DD3BD4C671D9}" type="pres">
      <dgm:prSet presAssocID="{BC59AB32-AD11-449A-81A4-862FB2A67BD9}" presName="spaceRect" presStyleCnt="0"/>
      <dgm:spPr/>
    </dgm:pt>
    <dgm:pt modelId="{246C5BE2-3C45-4247-AB5F-4CF8C5F8924D}" type="pres">
      <dgm:prSet presAssocID="{BC59AB32-AD11-449A-81A4-862FB2A67BD9}" presName="textRect" presStyleLbl="revTx" presStyleIdx="1" presStyleCnt="4">
        <dgm:presLayoutVars>
          <dgm:chMax val="1"/>
          <dgm:chPref val="1"/>
        </dgm:presLayoutVars>
      </dgm:prSet>
      <dgm:spPr/>
    </dgm:pt>
    <dgm:pt modelId="{F570E1E6-EC67-4B40-B753-B42EC3654DC3}" type="pres">
      <dgm:prSet presAssocID="{12839419-500F-46EB-B5A6-96F6B4C0E709}" presName="sibTrans" presStyleLbl="sibTrans2D1" presStyleIdx="0" presStyleCnt="0"/>
      <dgm:spPr/>
    </dgm:pt>
    <dgm:pt modelId="{973466C4-1DB1-45BF-829F-154CC147CA37}" type="pres">
      <dgm:prSet presAssocID="{4D02A6B4-BA07-4035-A7C3-69FAA334FA21}" presName="compNode" presStyleCnt="0"/>
      <dgm:spPr/>
    </dgm:pt>
    <dgm:pt modelId="{C8AE8AF0-C9F1-45EE-8A57-AE4AED4B944A}" type="pres">
      <dgm:prSet presAssocID="{4D02A6B4-BA07-4035-A7C3-69FAA334FA21}" presName="iconBgRect" presStyleLbl="bgShp" presStyleIdx="2" presStyleCnt="4"/>
      <dgm:spPr/>
    </dgm:pt>
    <dgm:pt modelId="{635F5626-CD1D-4095-84ED-B8F8E71B1C9E}" type="pres">
      <dgm:prSet presAssocID="{4D02A6B4-BA07-4035-A7C3-69FAA334FA2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71636444-23AE-491A-AC66-527FF4EBE7F2}" type="pres">
      <dgm:prSet presAssocID="{4D02A6B4-BA07-4035-A7C3-69FAA334FA21}" presName="spaceRect" presStyleCnt="0"/>
      <dgm:spPr/>
    </dgm:pt>
    <dgm:pt modelId="{8A545315-5BCC-451B-BA88-A7F2FCD35BF7}" type="pres">
      <dgm:prSet presAssocID="{4D02A6B4-BA07-4035-A7C3-69FAA334FA21}" presName="textRect" presStyleLbl="revTx" presStyleIdx="2" presStyleCnt="4">
        <dgm:presLayoutVars>
          <dgm:chMax val="1"/>
          <dgm:chPref val="1"/>
        </dgm:presLayoutVars>
      </dgm:prSet>
      <dgm:spPr/>
    </dgm:pt>
    <dgm:pt modelId="{5CF646AA-DE2C-44CF-85B8-CD7ABC14A3CF}" type="pres">
      <dgm:prSet presAssocID="{78A98DF3-3B3E-4E4D-8C60-3EF4083A1CE9}" presName="sibTrans" presStyleLbl="sibTrans2D1" presStyleIdx="0" presStyleCnt="0"/>
      <dgm:spPr/>
    </dgm:pt>
    <dgm:pt modelId="{DB168BDA-F5FA-4AC9-9194-F77055126D57}" type="pres">
      <dgm:prSet presAssocID="{4047D5E3-D8BC-4294-83F4-91202FBDE875}" presName="compNode" presStyleCnt="0"/>
      <dgm:spPr/>
    </dgm:pt>
    <dgm:pt modelId="{2C83697C-2562-4F25-85B9-A0657DBE49B2}" type="pres">
      <dgm:prSet presAssocID="{4047D5E3-D8BC-4294-83F4-91202FBDE875}" presName="iconBgRect" presStyleLbl="bgShp" presStyleIdx="3" presStyleCnt="4"/>
      <dgm:spPr/>
    </dgm:pt>
    <dgm:pt modelId="{8A074CB7-D1E6-4ADF-BB60-877C8ED80F68}" type="pres">
      <dgm:prSet presAssocID="{4047D5E3-D8BC-4294-83F4-91202FBDE87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B72CEC61-1DE5-417C-A485-EE23733699B2}" type="pres">
      <dgm:prSet presAssocID="{4047D5E3-D8BC-4294-83F4-91202FBDE875}" presName="spaceRect" presStyleCnt="0"/>
      <dgm:spPr/>
    </dgm:pt>
    <dgm:pt modelId="{6F9BF2D4-6C9B-4CC0-89A0-5E49CA344A35}" type="pres">
      <dgm:prSet presAssocID="{4047D5E3-D8BC-4294-83F4-91202FBDE87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9875B0A-61B9-4277-8421-D868BE848359}" srcId="{11016F6E-B37F-4B17-84B0-C4F8AE57116A}" destId="{4047D5E3-D8BC-4294-83F4-91202FBDE875}" srcOrd="3" destOrd="0" parTransId="{B6DA6938-B752-495C-B4B4-C167E8858BDC}" sibTransId="{9CD3461B-7D89-406F-AEA6-184998FF2EDB}"/>
    <dgm:cxn modelId="{1F39DE12-36E0-4126-91E0-CBDDF63F938F}" type="presOf" srcId="{4D02A6B4-BA07-4035-A7C3-69FAA334FA21}" destId="{8A545315-5BCC-451B-BA88-A7F2FCD35BF7}" srcOrd="0" destOrd="0" presId="urn:microsoft.com/office/officeart/2018/2/layout/IconCircleList"/>
    <dgm:cxn modelId="{6E51832F-B0FB-4A9C-B3E9-678B9609BF35}" type="presOf" srcId="{12839419-500F-46EB-B5A6-96F6B4C0E709}" destId="{F570E1E6-EC67-4B40-B753-B42EC3654DC3}" srcOrd="0" destOrd="0" presId="urn:microsoft.com/office/officeart/2018/2/layout/IconCircleList"/>
    <dgm:cxn modelId="{71E0C966-666C-464E-9513-B9C7E7966313}" type="presOf" srcId="{78A98DF3-3B3E-4E4D-8C60-3EF4083A1CE9}" destId="{5CF646AA-DE2C-44CF-85B8-CD7ABC14A3CF}" srcOrd="0" destOrd="0" presId="urn:microsoft.com/office/officeart/2018/2/layout/IconCircleList"/>
    <dgm:cxn modelId="{E481016A-12C0-4EA1-83CD-DBB9400FD7F8}" type="presOf" srcId="{11016F6E-B37F-4B17-84B0-C4F8AE57116A}" destId="{B5AD5DD7-8B44-4150-8DEB-4BA04F36B93C}" srcOrd="0" destOrd="0" presId="urn:microsoft.com/office/officeart/2018/2/layout/IconCircleList"/>
    <dgm:cxn modelId="{151D7F4C-9066-42FC-9231-C13C0E38F221}" type="presOf" srcId="{6AC0D98A-6233-4F21-8020-DC2DEA1C01EB}" destId="{E466F135-69E9-4095-B781-98249EFFB68E}" srcOrd="0" destOrd="0" presId="urn:microsoft.com/office/officeart/2018/2/layout/IconCircleList"/>
    <dgm:cxn modelId="{6990E16C-E746-45A4-8D08-6D183378F4BD}" type="presOf" srcId="{4047D5E3-D8BC-4294-83F4-91202FBDE875}" destId="{6F9BF2D4-6C9B-4CC0-89A0-5E49CA344A35}" srcOrd="0" destOrd="0" presId="urn:microsoft.com/office/officeart/2018/2/layout/IconCircleList"/>
    <dgm:cxn modelId="{70B2A198-45F0-40EE-A4D6-29CE4658F7A3}" srcId="{11016F6E-B37F-4B17-84B0-C4F8AE57116A}" destId="{6AC0D98A-6233-4F21-8020-DC2DEA1C01EB}" srcOrd="0" destOrd="0" parTransId="{660C6AE9-D8C8-444D-90AD-DF05100FDDF3}" sibTransId="{E52171AB-8A24-4CC9-AB0A-BC197480FAB3}"/>
    <dgm:cxn modelId="{17ABC7C5-5C50-4705-9B65-BEB69C50B6D2}" type="presOf" srcId="{BC59AB32-AD11-449A-81A4-862FB2A67BD9}" destId="{246C5BE2-3C45-4247-AB5F-4CF8C5F8924D}" srcOrd="0" destOrd="0" presId="urn:microsoft.com/office/officeart/2018/2/layout/IconCircleList"/>
    <dgm:cxn modelId="{B8A0A5C9-C5BE-4A8A-833D-A64E66101A81}" type="presOf" srcId="{E52171AB-8A24-4CC9-AB0A-BC197480FAB3}" destId="{3D9C7B02-3EEB-42BE-ACB6-15D9E613780D}" srcOrd="0" destOrd="0" presId="urn:microsoft.com/office/officeart/2018/2/layout/IconCircleList"/>
    <dgm:cxn modelId="{020887D4-7D78-43BB-94E7-486025598A48}" srcId="{11016F6E-B37F-4B17-84B0-C4F8AE57116A}" destId="{4D02A6B4-BA07-4035-A7C3-69FAA334FA21}" srcOrd="2" destOrd="0" parTransId="{578F084E-FC12-4A7A-A827-9142C6ED067C}" sibTransId="{78A98DF3-3B3E-4E4D-8C60-3EF4083A1CE9}"/>
    <dgm:cxn modelId="{89CFB8DD-9A0C-495B-8A15-E687D326CBFA}" srcId="{11016F6E-B37F-4B17-84B0-C4F8AE57116A}" destId="{BC59AB32-AD11-449A-81A4-862FB2A67BD9}" srcOrd="1" destOrd="0" parTransId="{7FDAF479-6A1A-4B77-B0BA-E4FAFE30D921}" sibTransId="{12839419-500F-46EB-B5A6-96F6B4C0E709}"/>
    <dgm:cxn modelId="{7C16DE92-BDC2-4DED-A61C-326FCA209C5B}" type="presParOf" srcId="{B5AD5DD7-8B44-4150-8DEB-4BA04F36B93C}" destId="{3EC9DE33-E927-4E37-89ED-E52A7084E3FB}" srcOrd="0" destOrd="0" presId="urn:microsoft.com/office/officeart/2018/2/layout/IconCircleList"/>
    <dgm:cxn modelId="{07E013EC-2A54-4D77-8C8B-C4E621DCE577}" type="presParOf" srcId="{3EC9DE33-E927-4E37-89ED-E52A7084E3FB}" destId="{A7BD2C3F-1F9A-41D3-BAD9-892F310CAEC2}" srcOrd="0" destOrd="0" presId="urn:microsoft.com/office/officeart/2018/2/layout/IconCircleList"/>
    <dgm:cxn modelId="{137DFEF2-829B-492B-926C-EEDC349BF00A}" type="presParOf" srcId="{A7BD2C3F-1F9A-41D3-BAD9-892F310CAEC2}" destId="{41E70B64-7410-4379-87BE-7DD293D28E73}" srcOrd="0" destOrd="0" presId="urn:microsoft.com/office/officeart/2018/2/layout/IconCircleList"/>
    <dgm:cxn modelId="{5B02CE51-E5A7-4500-B4F1-520EE59B5097}" type="presParOf" srcId="{A7BD2C3F-1F9A-41D3-BAD9-892F310CAEC2}" destId="{2C3D7B41-E5FF-42BB-A57A-FFFE21B01F4E}" srcOrd="1" destOrd="0" presId="urn:microsoft.com/office/officeart/2018/2/layout/IconCircleList"/>
    <dgm:cxn modelId="{935A48DE-A55E-4F78-AF6E-0DCC17891F2E}" type="presParOf" srcId="{A7BD2C3F-1F9A-41D3-BAD9-892F310CAEC2}" destId="{1AD8842D-2E4B-4296-8971-9CA53F948627}" srcOrd="2" destOrd="0" presId="urn:microsoft.com/office/officeart/2018/2/layout/IconCircleList"/>
    <dgm:cxn modelId="{99B01E27-95F3-40A2-B6AF-1B4F7420D6C7}" type="presParOf" srcId="{A7BD2C3F-1F9A-41D3-BAD9-892F310CAEC2}" destId="{E466F135-69E9-4095-B781-98249EFFB68E}" srcOrd="3" destOrd="0" presId="urn:microsoft.com/office/officeart/2018/2/layout/IconCircleList"/>
    <dgm:cxn modelId="{2FDA697B-72F2-4C71-BB6C-3B8864FAA129}" type="presParOf" srcId="{3EC9DE33-E927-4E37-89ED-E52A7084E3FB}" destId="{3D9C7B02-3EEB-42BE-ACB6-15D9E613780D}" srcOrd="1" destOrd="0" presId="urn:microsoft.com/office/officeart/2018/2/layout/IconCircleList"/>
    <dgm:cxn modelId="{D2C8B456-3878-4CE1-AB9F-C6AD95EDD7F6}" type="presParOf" srcId="{3EC9DE33-E927-4E37-89ED-E52A7084E3FB}" destId="{B5820EFF-CD60-4443-AF0F-BD18057199F7}" srcOrd="2" destOrd="0" presId="urn:microsoft.com/office/officeart/2018/2/layout/IconCircleList"/>
    <dgm:cxn modelId="{284C3AB5-1DC5-4E97-B614-594E11584DE7}" type="presParOf" srcId="{B5820EFF-CD60-4443-AF0F-BD18057199F7}" destId="{120AE5A2-67FF-4A95-A8E5-081B99943407}" srcOrd="0" destOrd="0" presId="urn:microsoft.com/office/officeart/2018/2/layout/IconCircleList"/>
    <dgm:cxn modelId="{2A7EE7BA-4C6B-42DB-8A92-B78E10F5B6E7}" type="presParOf" srcId="{B5820EFF-CD60-4443-AF0F-BD18057199F7}" destId="{B41F21C5-5E5E-44CF-9D3A-8561966E5B14}" srcOrd="1" destOrd="0" presId="urn:microsoft.com/office/officeart/2018/2/layout/IconCircleList"/>
    <dgm:cxn modelId="{DD15E16E-44B6-4A45-A5F0-EA80660ED589}" type="presParOf" srcId="{B5820EFF-CD60-4443-AF0F-BD18057199F7}" destId="{74AB7C44-92BA-4615-99C1-DD3BD4C671D9}" srcOrd="2" destOrd="0" presId="urn:microsoft.com/office/officeart/2018/2/layout/IconCircleList"/>
    <dgm:cxn modelId="{C5C19AAE-2FF0-4793-A219-ED5B53B8C900}" type="presParOf" srcId="{B5820EFF-CD60-4443-AF0F-BD18057199F7}" destId="{246C5BE2-3C45-4247-AB5F-4CF8C5F8924D}" srcOrd="3" destOrd="0" presId="urn:microsoft.com/office/officeart/2018/2/layout/IconCircleList"/>
    <dgm:cxn modelId="{AB53D499-7B40-4752-9E4D-836311281306}" type="presParOf" srcId="{3EC9DE33-E927-4E37-89ED-E52A7084E3FB}" destId="{F570E1E6-EC67-4B40-B753-B42EC3654DC3}" srcOrd="3" destOrd="0" presId="urn:microsoft.com/office/officeart/2018/2/layout/IconCircleList"/>
    <dgm:cxn modelId="{5BDD4C34-6F8B-41DB-B4E7-B8DDD81EFBAD}" type="presParOf" srcId="{3EC9DE33-E927-4E37-89ED-E52A7084E3FB}" destId="{973466C4-1DB1-45BF-829F-154CC147CA37}" srcOrd="4" destOrd="0" presId="urn:microsoft.com/office/officeart/2018/2/layout/IconCircleList"/>
    <dgm:cxn modelId="{580F4064-EF17-446E-BB2F-BD511094E2D9}" type="presParOf" srcId="{973466C4-1DB1-45BF-829F-154CC147CA37}" destId="{C8AE8AF0-C9F1-45EE-8A57-AE4AED4B944A}" srcOrd="0" destOrd="0" presId="urn:microsoft.com/office/officeart/2018/2/layout/IconCircleList"/>
    <dgm:cxn modelId="{137CF12A-E367-4523-9CE0-904DFD891721}" type="presParOf" srcId="{973466C4-1DB1-45BF-829F-154CC147CA37}" destId="{635F5626-CD1D-4095-84ED-B8F8E71B1C9E}" srcOrd="1" destOrd="0" presId="urn:microsoft.com/office/officeart/2018/2/layout/IconCircleList"/>
    <dgm:cxn modelId="{F0D5509D-BE9C-42CE-98B0-1BFFB2B81A85}" type="presParOf" srcId="{973466C4-1DB1-45BF-829F-154CC147CA37}" destId="{71636444-23AE-491A-AC66-527FF4EBE7F2}" srcOrd="2" destOrd="0" presId="urn:microsoft.com/office/officeart/2018/2/layout/IconCircleList"/>
    <dgm:cxn modelId="{20690CFD-7821-4546-92A6-3144B5221FED}" type="presParOf" srcId="{973466C4-1DB1-45BF-829F-154CC147CA37}" destId="{8A545315-5BCC-451B-BA88-A7F2FCD35BF7}" srcOrd="3" destOrd="0" presId="urn:microsoft.com/office/officeart/2018/2/layout/IconCircleList"/>
    <dgm:cxn modelId="{B23FDC27-5123-4423-B0C0-1F190236499D}" type="presParOf" srcId="{3EC9DE33-E927-4E37-89ED-E52A7084E3FB}" destId="{5CF646AA-DE2C-44CF-85B8-CD7ABC14A3CF}" srcOrd="5" destOrd="0" presId="urn:microsoft.com/office/officeart/2018/2/layout/IconCircleList"/>
    <dgm:cxn modelId="{78B37B1B-A854-4F52-B90B-C5E8ADD5FC89}" type="presParOf" srcId="{3EC9DE33-E927-4E37-89ED-E52A7084E3FB}" destId="{DB168BDA-F5FA-4AC9-9194-F77055126D57}" srcOrd="6" destOrd="0" presId="urn:microsoft.com/office/officeart/2018/2/layout/IconCircleList"/>
    <dgm:cxn modelId="{C6CE0A2C-86CD-43B7-87C3-C82F6C627B11}" type="presParOf" srcId="{DB168BDA-F5FA-4AC9-9194-F77055126D57}" destId="{2C83697C-2562-4F25-85B9-A0657DBE49B2}" srcOrd="0" destOrd="0" presId="urn:microsoft.com/office/officeart/2018/2/layout/IconCircleList"/>
    <dgm:cxn modelId="{7A1E9D89-D98F-4E61-A406-BB556745B76A}" type="presParOf" srcId="{DB168BDA-F5FA-4AC9-9194-F77055126D57}" destId="{8A074CB7-D1E6-4ADF-BB60-877C8ED80F68}" srcOrd="1" destOrd="0" presId="urn:microsoft.com/office/officeart/2018/2/layout/IconCircleList"/>
    <dgm:cxn modelId="{27D0EEB0-5D62-420C-BDAA-895F08A14918}" type="presParOf" srcId="{DB168BDA-F5FA-4AC9-9194-F77055126D57}" destId="{B72CEC61-1DE5-417C-A485-EE23733699B2}" srcOrd="2" destOrd="0" presId="urn:microsoft.com/office/officeart/2018/2/layout/IconCircleList"/>
    <dgm:cxn modelId="{84AE417A-AD7C-4B6D-B4C4-BEAD60B9FB3D}" type="presParOf" srcId="{DB168BDA-F5FA-4AC9-9194-F77055126D57}" destId="{6F9BF2D4-6C9B-4CC0-89A0-5E49CA344A35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64CD22D-8D4C-4FA1-B089-1B040AA8AB23}" type="doc">
      <dgm:prSet loTypeId="urn:microsoft.com/office/officeart/2005/8/layout/vList5" loCatId="list" qsTypeId="urn:microsoft.com/office/officeart/2005/8/quickstyle/simple5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1DDA057-F285-49A3-89D0-79066972A81D}">
      <dgm:prSet/>
      <dgm:spPr/>
      <dgm:t>
        <a:bodyPr/>
        <a:lstStyle/>
        <a:p>
          <a:r>
            <a:rPr lang="en-US"/>
            <a:t>Client &lt;--&gt; Server &lt;--&gt; Client</a:t>
          </a:r>
        </a:p>
      </dgm:t>
    </dgm:pt>
    <dgm:pt modelId="{B1268BEE-D968-4CA7-9F45-EA3E563BF587}" type="parTrans" cxnId="{B6A85E91-958F-44BA-AFE0-DF8C9BB1F90F}">
      <dgm:prSet/>
      <dgm:spPr/>
      <dgm:t>
        <a:bodyPr/>
        <a:lstStyle/>
        <a:p>
          <a:endParaRPr lang="en-US"/>
        </a:p>
      </dgm:t>
    </dgm:pt>
    <dgm:pt modelId="{AD3DDFBC-AACC-4D3C-B975-A27E603E9200}" type="sibTrans" cxnId="{B6A85E91-958F-44BA-AFE0-DF8C9BB1F90F}">
      <dgm:prSet/>
      <dgm:spPr/>
      <dgm:t>
        <a:bodyPr/>
        <a:lstStyle/>
        <a:p>
          <a:endParaRPr lang="en-US"/>
        </a:p>
      </dgm:t>
    </dgm:pt>
    <dgm:pt modelId="{53EF5576-F2CF-4B2E-AFBA-912E80154C3F}">
      <dgm:prSet/>
      <dgm:spPr/>
      <dgm:t>
        <a:bodyPr/>
        <a:lstStyle/>
        <a:p>
          <a:r>
            <a:rPr lang="en-US"/>
            <a:t>Server relays encrypted messages only</a:t>
          </a:r>
        </a:p>
      </dgm:t>
    </dgm:pt>
    <dgm:pt modelId="{69CF5B65-FA34-43C6-99CC-7DF06AFBDCDE}" type="parTrans" cxnId="{4B668296-1D8A-44CD-8A45-34E67F24DB77}">
      <dgm:prSet/>
      <dgm:spPr/>
      <dgm:t>
        <a:bodyPr/>
        <a:lstStyle/>
        <a:p>
          <a:endParaRPr lang="en-US"/>
        </a:p>
      </dgm:t>
    </dgm:pt>
    <dgm:pt modelId="{983F98D5-6144-4C50-9847-B94B84825D4F}" type="sibTrans" cxnId="{4B668296-1D8A-44CD-8A45-34E67F24DB77}">
      <dgm:prSet/>
      <dgm:spPr/>
      <dgm:t>
        <a:bodyPr/>
        <a:lstStyle/>
        <a:p>
          <a:endParaRPr lang="en-US"/>
        </a:p>
      </dgm:t>
    </dgm:pt>
    <dgm:pt modelId="{864F10FF-C572-40A3-BCCC-7582657D153F}">
      <dgm:prSet/>
      <dgm:spPr/>
      <dgm:t>
        <a:bodyPr/>
        <a:lstStyle/>
        <a:p>
          <a:r>
            <a:rPr lang="en-US"/>
            <a:t>All encryption and decryption happens on client side</a:t>
          </a:r>
        </a:p>
      </dgm:t>
    </dgm:pt>
    <dgm:pt modelId="{D1689621-2A69-4BF4-AC1F-1408E3E5327B}" type="parTrans" cxnId="{41EF01A2-C604-452D-A671-840B1A2F240E}">
      <dgm:prSet/>
      <dgm:spPr/>
      <dgm:t>
        <a:bodyPr/>
        <a:lstStyle/>
        <a:p>
          <a:endParaRPr lang="en-US"/>
        </a:p>
      </dgm:t>
    </dgm:pt>
    <dgm:pt modelId="{4253D51A-3EF0-47F0-A6CC-2493D3ACF42B}" type="sibTrans" cxnId="{41EF01A2-C604-452D-A671-840B1A2F240E}">
      <dgm:prSet/>
      <dgm:spPr/>
      <dgm:t>
        <a:bodyPr/>
        <a:lstStyle/>
        <a:p>
          <a:endParaRPr lang="en-US"/>
        </a:p>
      </dgm:t>
    </dgm:pt>
    <dgm:pt modelId="{390D0A48-107B-45CF-A558-E6CA966878EB}">
      <dgm:prSet/>
      <dgm:spPr/>
      <dgm:t>
        <a:bodyPr/>
        <a:lstStyle/>
        <a:p>
          <a:r>
            <a:rPr lang="en-US"/>
            <a:t>This leads to true end to end encryption</a:t>
          </a:r>
        </a:p>
      </dgm:t>
    </dgm:pt>
    <dgm:pt modelId="{37B4FE3D-4C1F-445B-98EC-87A1AE8A6EF1}" type="parTrans" cxnId="{A28F49B6-A4BF-491B-9742-4100B81666C0}">
      <dgm:prSet/>
      <dgm:spPr/>
      <dgm:t>
        <a:bodyPr/>
        <a:lstStyle/>
        <a:p>
          <a:endParaRPr lang="en-US"/>
        </a:p>
      </dgm:t>
    </dgm:pt>
    <dgm:pt modelId="{0CEE4F25-2B3B-41EF-85AB-C76D15D7402B}" type="sibTrans" cxnId="{A28F49B6-A4BF-491B-9742-4100B81666C0}">
      <dgm:prSet/>
      <dgm:spPr/>
      <dgm:t>
        <a:bodyPr/>
        <a:lstStyle/>
        <a:p>
          <a:endParaRPr lang="en-US"/>
        </a:p>
      </dgm:t>
    </dgm:pt>
    <dgm:pt modelId="{FB4AF7C5-AD6F-4C5F-9640-64871F7F4DA8}" type="pres">
      <dgm:prSet presAssocID="{E64CD22D-8D4C-4FA1-B089-1B040AA8AB23}" presName="Name0" presStyleCnt="0">
        <dgm:presLayoutVars>
          <dgm:dir/>
          <dgm:animLvl val="lvl"/>
          <dgm:resizeHandles val="exact"/>
        </dgm:presLayoutVars>
      </dgm:prSet>
      <dgm:spPr/>
    </dgm:pt>
    <dgm:pt modelId="{74368D90-522B-4115-9AD2-ADA79855A16F}" type="pres">
      <dgm:prSet presAssocID="{61DDA057-F285-49A3-89D0-79066972A81D}" presName="linNode" presStyleCnt="0"/>
      <dgm:spPr/>
    </dgm:pt>
    <dgm:pt modelId="{A5AAC133-7FF8-4B85-A709-079EBEEE2A30}" type="pres">
      <dgm:prSet presAssocID="{61DDA057-F285-49A3-89D0-79066972A81D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7F81785C-2390-4543-8401-5D30DF14D3FC}" type="pres">
      <dgm:prSet presAssocID="{AD3DDFBC-AACC-4D3C-B975-A27E603E9200}" presName="sp" presStyleCnt="0"/>
      <dgm:spPr/>
    </dgm:pt>
    <dgm:pt modelId="{11C76C3E-C9C3-4EC7-B86E-6264608D438B}" type="pres">
      <dgm:prSet presAssocID="{53EF5576-F2CF-4B2E-AFBA-912E80154C3F}" presName="linNode" presStyleCnt="0"/>
      <dgm:spPr/>
    </dgm:pt>
    <dgm:pt modelId="{40CE2439-742A-4C00-AEDA-7F4C1DA089CD}" type="pres">
      <dgm:prSet presAssocID="{53EF5576-F2CF-4B2E-AFBA-912E80154C3F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62137807-9A41-4369-86BE-3298AE08C1D5}" type="pres">
      <dgm:prSet presAssocID="{983F98D5-6144-4C50-9847-B94B84825D4F}" presName="sp" presStyleCnt="0"/>
      <dgm:spPr/>
    </dgm:pt>
    <dgm:pt modelId="{DD6298C4-3276-42DA-9F12-D45974F9D6D9}" type="pres">
      <dgm:prSet presAssocID="{864F10FF-C572-40A3-BCCC-7582657D153F}" presName="linNode" presStyleCnt="0"/>
      <dgm:spPr/>
    </dgm:pt>
    <dgm:pt modelId="{DE4CBAB6-F7E4-44B4-BAEA-4D2F6261F179}" type="pres">
      <dgm:prSet presAssocID="{864F10FF-C572-40A3-BCCC-7582657D153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AE2D3979-F7CE-45E7-8E11-F807D3DF379C}" type="pres">
      <dgm:prSet presAssocID="{4253D51A-3EF0-47F0-A6CC-2493D3ACF42B}" presName="sp" presStyleCnt="0"/>
      <dgm:spPr/>
    </dgm:pt>
    <dgm:pt modelId="{38737871-A684-46B9-8F87-53CEA6400C3C}" type="pres">
      <dgm:prSet presAssocID="{390D0A48-107B-45CF-A558-E6CA966878EB}" presName="linNode" presStyleCnt="0"/>
      <dgm:spPr/>
    </dgm:pt>
    <dgm:pt modelId="{994FC7CF-5525-487B-9335-4112D6BC3642}" type="pres">
      <dgm:prSet presAssocID="{390D0A48-107B-45CF-A558-E6CA966878EB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F09F4420-4DB8-4BF8-A6A5-B6B52497B9E2}" type="presOf" srcId="{390D0A48-107B-45CF-A558-E6CA966878EB}" destId="{994FC7CF-5525-487B-9335-4112D6BC3642}" srcOrd="0" destOrd="0" presId="urn:microsoft.com/office/officeart/2005/8/layout/vList5"/>
    <dgm:cxn modelId="{25A9E52F-6BB1-4EB8-8677-91EFE8351CE0}" type="presOf" srcId="{E64CD22D-8D4C-4FA1-B089-1B040AA8AB23}" destId="{FB4AF7C5-AD6F-4C5F-9640-64871F7F4DA8}" srcOrd="0" destOrd="0" presId="urn:microsoft.com/office/officeart/2005/8/layout/vList5"/>
    <dgm:cxn modelId="{E465F06C-D3D7-4AA5-A96A-44FECE5EC299}" type="presOf" srcId="{53EF5576-F2CF-4B2E-AFBA-912E80154C3F}" destId="{40CE2439-742A-4C00-AEDA-7F4C1DA089CD}" srcOrd="0" destOrd="0" presId="urn:microsoft.com/office/officeart/2005/8/layout/vList5"/>
    <dgm:cxn modelId="{6F3A9E7E-F922-4E9D-B660-933935A504E3}" type="presOf" srcId="{864F10FF-C572-40A3-BCCC-7582657D153F}" destId="{DE4CBAB6-F7E4-44B4-BAEA-4D2F6261F179}" srcOrd="0" destOrd="0" presId="urn:microsoft.com/office/officeart/2005/8/layout/vList5"/>
    <dgm:cxn modelId="{B6A85E91-958F-44BA-AFE0-DF8C9BB1F90F}" srcId="{E64CD22D-8D4C-4FA1-B089-1B040AA8AB23}" destId="{61DDA057-F285-49A3-89D0-79066972A81D}" srcOrd="0" destOrd="0" parTransId="{B1268BEE-D968-4CA7-9F45-EA3E563BF587}" sibTransId="{AD3DDFBC-AACC-4D3C-B975-A27E603E9200}"/>
    <dgm:cxn modelId="{4B668296-1D8A-44CD-8A45-34E67F24DB77}" srcId="{E64CD22D-8D4C-4FA1-B089-1B040AA8AB23}" destId="{53EF5576-F2CF-4B2E-AFBA-912E80154C3F}" srcOrd="1" destOrd="0" parTransId="{69CF5B65-FA34-43C6-99CC-7DF06AFBDCDE}" sibTransId="{983F98D5-6144-4C50-9847-B94B84825D4F}"/>
    <dgm:cxn modelId="{41EF01A2-C604-452D-A671-840B1A2F240E}" srcId="{E64CD22D-8D4C-4FA1-B089-1B040AA8AB23}" destId="{864F10FF-C572-40A3-BCCC-7582657D153F}" srcOrd="2" destOrd="0" parTransId="{D1689621-2A69-4BF4-AC1F-1408E3E5327B}" sibTransId="{4253D51A-3EF0-47F0-A6CC-2493D3ACF42B}"/>
    <dgm:cxn modelId="{A28F49B6-A4BF-491B-9742-4100B81666C0}" srcId="{E64CD22D-8D4C-4FA1-B089-1B040AA8AB23}" destId="{390D0A48-107B-45CF-A558-E6CA966878EB}" srcOrd="3" destOrd="0" parTransId="{37B4FE3D-4C1F-445B-98EC-87A1AE8A6EF1}" sibTransId="{0CEE4F25-2B3B-41EF-85AB-C76D15D7402B}"/>
    <dgm:cxn modelId="{D58F8FCF-3BFB-40FA-A5C2-D87F88D6926E}" type="presOf" srcId="{61DDA057-F285-49A3-89D0-79066972A81D}" destId="{A5AAC133-7FF8-4B85-A709-079EBEEE2A30}" srcOrd="0" destOrd="0" presId="urn:microsoft.com/office/officeart/2005/8/layout/vList5"/>
    <dgm:cxn modelId="{B7968163-9444-46BA-B17F-FEB142382C45}" type="presParOf" srcId="{FB4AF7C5-AD6F-4C5F-9640-64871F7F4DA8}" destId="{74368D90-522B-4115-9AD2-ADA79855A16F}" srcOrd="0" destOrd="0" presId="urn:microsoft.com/office/officeart/2005/8/layout/vList5"/>
    <dgm:cxn modelId="{E77028DD-2BD4-4621-9CFE-449788A39688}" type="presParOf" srcId="{74368D90-522B-4115-9AD2-ADA79855A16F}" destId="{A5AAC133-7FF8-4B85-A709-079EBEEE2A30}" srcOrd="0" destOrd="0" presId="urn:microsoft.com/office/officeart/2005/8/layout/vList5"/>
    <dgm:cxn modelId="{C0413775-F0F8-46F2-A11F-3B4B9DCFDEC1}" type="presParOf" srcId="{FB4AF7C5-AD6F-4C5F-9640-64871F7F4DA8}" destId="{7F81785C-2390-4543-8401-5D30DF14D3FC}" srcOrd="1" destOrd="0" presId="urn:microsoft.com/office/officeart/2005/8/layout/vList5"/>
    <dgm:cxn modelId="{0EC78410-563B-4C34-8D04-D16744A9FBDF}" type="presParOf" srcId="{FB4AF7C5-AD6F-4C5F-9640-64871F7F4DA8}" destId="{11C76C3E-C9C3-4EC7-B86E-6264608D438B}" srcOrd="2" destOrd="0" presId="urn:microsoft.com/office/officeart/2005/8/layout/vList5"/>
    <dgm:cxn modelId="{CE1EFE63-8959-41B1-8BF5-8ABFA3A3ECE3}" type="presParOf" srcId="{11C76C3E-C9C3-4EC7-B86E-6264608D438B}" destId="{40CE2439-742A-4C00-AEDA-7F4C1DA089CD}" srcOrd="0" destOrd="0" presId="urn:microsoft.com/office/officeart/2005/8/layout/vList5"/>
    <dgm:cxn modelId="{70CABA1D-EC51-4E7C-992E-EA3E63AFB68A}" type="presParOf" srcId="{FB4AF7C5-AD6F-4C5F-9640-64871F7F4DA8}" destId="{62137807-9A41-4369-86BE-3298AE08C1D5}" srcOrd="3" destOrd="0" presId="urn:microsoft.com/office/officeart/2005/8/layout/vList5"/>
    <dgm:cxn modelId="{5BFBA703-0C14-4118-8D5D-2D1E3B744C81}" type="presParOf" srcId="{FB4AF7C5-AD6F-4C5F-9640-64871F7F4DA8}" destId="{DD6298C4-3276-42DA-9F12-D45974F9D6D9}" srcOrd="4" destOrd="0" presId="urn:microsoft.com/office/officeart/2005/8/layout/vList5"/>
    <dgm:cxn modelId="{6824AC21-2CFD-4FB6-B61A-9194C8D1D2D0}" type="presParOf" srcId="{DD6298C4-3276-42DA-9F12-D45974F9D6D9}" destId="{DE4CBAB6-F7E4-44B4-BAEA-4D2F6261F179}" srcOrd="0" destOrd="0" presId="urn:microsoft.com/office/officeart/2005/8/layout/vList5"/>
    <dgm:cxn modelId="{7D80849B-1276-400A-A2B8-20EFEC6E9302}" type="presParOf" srcId="{FB4AF7C5-AD6F-4C5F-9640-64871F7F4DA8}" destId="{AE2D3979-F7CE-45E7-8E11-F807D3DF379C}" srcOrd="5" destOrd="0" presId="urn:microsoft.com/office/officeart/2005/8/layout/vList5"/>
    <dgm:cxn modelId="{4F53FDC0-82FC-4EC0-ACB7-6F0A0E3ED98A}" type="presParOf" srcId="{FB4AF7C5-AD6F-4C5F-9640-64871F7F4DA8}" destId="{38737871-A684-46B9-8F87-53CEA6400C3C}" srcOrd="6" destOrd="0" presId="urn:microsoft.com/office/officeart/2005/8/layout/vList5"/>
    <dgm:cxn modelId="{D3D38F0E-EABD-4F71-B39B-19C8BFE5A9C7}" type="presParOf" srcId="{38737871-A684-46B9-8F87-53CEA6400C3C}" destId="{994FC7CF-5525-487B-9335-4112D6BC3642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925229B-852B-442F-BFAD-804E7AC61548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C2FF41F-AF86-436F-BD03-E934B44D6150}">
      <dgm:prSet/>
      <dgm:spPr/>
      <dgm:t>
        <a:bodyPr/>
        <a:lstStyle/>
        <a:p>
          <a:pPr>
            <a:defRPr b="1"/>
          </a:pPr>
          <a:r>
            <a:rPr lang="en-US"/>
            <a:t>Quarter Round</a:t>
          </a:r>
        </a:p>
      </dgm:t>
    </dgm:pt>
    <dgm:pt modelId="{435272CC-844B-4A2D-A416-6325FE7ABD61}" type="parTrans" cxnId="{907C5B0D-6CED-4102-853C-8B5BC715C434}">
      <dgm:prSet/>
      <dgm:spPr/>
      <dgm:t>
        <a:bodyPr/>
        <a:lstStyle/>
        <a:p>
          <a:endParaRPr lang="en-US"/>
        </a:p>
      </dgm:t>
    </dgm:pt>
    <dgm:pt modelId="{2135664E-0F43-4F9A-9680-2868A0F57995}" type="sibTrans" cxnId="{907C5B0D-6CED-4102-853C-8B5BC715C434}">
      <dgm:prSet/>
      <dgm:spPr/>
      <dgm:t>
        <a:bodyPr/>
        <a:lstStyle/>
        <a:p>
          <a:endParaRPr lang="en-US"/>
        </a:p>
      </dgm:t>
    </dgm:pt>
    <dgm:pt modelId="{05ECC161-B686-4B42-90B8-EDDF73F2B362}">
      <dgm:prSet/>
      <dgm:spPr/>
      <dgm:t>
        <a:bodyPr/>
        <a:lstStyle/>
        <a:p>
          <a:r>
            <a:rPr lang="en-US"/>
            <a:t>The `&lt;&lt;&lt;` operator means bit wise rotation to the left. x86 architecture can optimize this operation heavily.</a:t>
          </a:r>
        </a:p>
      </dgm:t>
    </dgm:pt>
    <dgm:pt modelId="{03127862-F801-45DA-887F-1C64B84AD677}" type="parTrans" cxnId="{A94C0780-D7F4-4033-80CF-E3FD9D755373}">
      <dgm:prSet/>
      <dgm:spPr/>
      <dgm:t>
        <a:bodyPr/>
        <a:lstStyle/>
        <a:p>
          <a:endParaRPr lang="en-US"/>
        </a:p>
      </dgm:t>
    </dgm:pt>
    <dgm:pt modelId="{8F7464FD-66AD-4162-8C89-FF3D888200E6}" type="sibTrans" cxnId="{A94C0780-D7F4-4033-80CF-E3FD9D755373}">
      <dgm:prSet/>
      <dgm:spPr/>
      <dgm:t>
        <a:bodyPr/>
        <a:lstStyle/>
        <a:p>
          <a:endParaRPr lang="en-US"/>
        </a:p>
      </dgm:t>
    </dgm:pt>
    <dgm:pt modelId="{F53074F3-835E-4815-9921-9CB11F5D0576}">
      <dgm:prSet/>
      <dgm:spPr/>
      <dgm:t>
        <a:bodyPr/>
        <a:lstStyle/>
        <a:p>
          <a:pPr>
            <a:defRPr b="1"/>
          </a:pPr>
          <a:r>
            <a:rPr lang="en-US"/>
            <a:t>A Complete Round</a:t>
          </a:r>
        </a:p>
      </dgm:t>
    </dgm:pt>
    <dgm:pt modelId="{0C54056A-C096-4B6E-B4A2-873AAE501406}" type="parTrans" cxnId="{EF39470E-8747-4A22-8C81-E3FFC2787713}">
      <dgm:prSet/>
      <dgm:spPr/>
      <dgm:t>
        <a:bodyPr/>
        <a:lstStyle/>
        <a:p>
          <a:endParaRPr lang="en-US"/>
        </a:p>
      </dgm:t>
    </dgm:pt>
    <dgm:pt modelId="{D8B5399A-CD4C-4997-BAAB-92A0778C00EF}" type="sibTrans" cxnId="{EF39470E-8747-4A22-8C81-E3FFC2787713}">
      <dgm:prSet/>
      <dgm:spPr/>
      <dgm:t>
        <a:bodyPr/>
        <a:lstStyle/>
        <a:p>
          <a:endParaRPr lang="en-US"/>
        </a:p>
      </dgm:t>
    </dgm:pt>
    <dgm:pt modelId="{C0C57A09-FAA8-4435-B2A5-EEC5423433FB}">
      <dgm:prSet/>
      <dgm:spPr/>
      <dgm:t>
        <a:bodyPr/>
        <a:lstStyle/>
        <a:p>
          <a:r>
            <a:rPr lang="en-US"/>
            <a:t>A quarter round scrambles four 32 bit words. A 512 block has 16. This is imagined as a 4x4 matrix of 32 bit integers.</a:t>
          </a:r>
        </a:p>
      </dgm:t>
    </dgm:pt>
    <dgm:pt modelId="{7AB18575-0AC5-4D5D-9B0B-72267D8D0102}" type="parTrans" cxnId="{9A4A0665-2F38-4A6A-9E84-FE9EA8729D80}">
      <dgm:prSet/>
      <dgm:spPr/>
      <dgm:t>
        <a:bodyPr/>
        <a:lstStyle/>
        <a:p>
          <a:endParaRPr lang="en-US"/>
        </a:p>
      </dgm:t>
    </dgm:pt>
    <dgm:pt modelId="{51C98DC6-3B27-405A-BBFC-79BCD056A1CB}" type="sibTrans" cxnId="{9A4A0665-2F38-4A6A-9E84-FE9EA8729D80}">
      <dgm:prSet/>
      <dgm:spPr/>
      <dgm:t>
        <a:bodyPr/>
        <a:lstStyle/>
        <a:p>
          <a:endParaRPr lang="en-US"/>
        </a:p>
      </dgm:t>
    </dgm:pt>
    <dgm:pt modelId="{EB18F2AA-BE87-4105-BA29-FC6B97FC838A}">
      <dgm:prSet/>
      <dgm:spPr/>
      <dgm:t>
        <a:bodyPr/>
        <a:lstStyle/>
        <a:p>
          <a:r>
            <a:rPr lang="en-US"/>
            <a:t>To scramble properly, apply 4 quarter rounds in parallel, separated by columns.</a:t>
          </a:r>
        </a:p>
      </dgm:t>
    </dgm:pt>
    <dgm:pt modelId="{BF90FD3C-7B96-4DB0-8913-62A9625C5266}" type="parTrans" cxnId="{5F7B3409-DFC5-4D62-8C7E-7ABF9F8A95A7}">
      <dgm:prSet/>
      <dgm:spPr/>
      <dgm:t>
        <a:bodyPr/>
        <a:lstStyle/>
        <a:p>
          <a:endParaRPr lang="en-US"/>
        </a:p>
      </dgm:t>
    </dgm:pt>
    <dgm:pt modelId="{A43601D7-82E2-400D-AB25-9DF03A1A3DA9}" type="sibTrans" cxnId="{5F7B3409-DFC5-4D62-8C7E-7ABF9F8A95A7}">
      <dgm:prSet/>
      <dgm:spPr/>
      <dgm:t>
        <a:bodyPr/>
        <a:lstStyle/>
        <a:p>
          <a:endParaRPr lang="en-US"/>
        </a:p>
      </dgm:t>
    </dgm:pt>
    <dgm:pt modelId="{35CB5A55-D9F3-4FB3-B9A3-F7A5C9C6258D}">
      <dgm:prSet/>
      <dgm:spPr/>
      <dgm:t>
        <a:bodyPr/>
        <a:lstStyle/>
        <a:p>
          <a:r>
            <a:rPr lang="en-US"/>
            <a:t>Then 4 more, diagonal by diagonal.</a:t>
          </a:r>
        </a:p>
      </dgm:t>
    </dgm:pt>
    <dgm:pt modelId="{7605F98F-881E-4D60-A456-FA502BCECC19}" type="parTrans" cxnId="{92FEF599-EB9B-4AE8-939D-71665D4E00C7}">
      <dgm:prSet/>
      <dgm:spPr/>
      <dgm:t>
        <a:bodyPr/>
        <a:lstStyle/>
        <a:p>
          <a:endParaRPr lang="en-US"/>
        </a:p>
      </dgm:t>
    </dgm:pt>
    <dgm:pt modelId="{1ADCB4B8-32AB-4F46-80C7-B210FD20EF0A}" type="sibTrans" cxnId="{92FEF599-EB9B-4AE8-939D-71665D4E00C7}">
      <dgm:prSet/>
      <dgm:spPr/>
      <dgm:t>
        <a:bodyPr/>
        <a:lstStyle/>
        <a:p>
          <a:endParaRPr lang="en-US"/>
        </a:p>
      </dgm:t>
    </dgm:pt>
    <dgm:pt modelId="{3EA91BA5-DB2A-4592-8D6E-9D46DE68F199}" type="pres">
      <dgm:prSet presAssocID="{8925229B-852B-442F-BFAD-804E7AC61548}" presName="root" presStyleCnt="0">
        <dgm:presLayoutVars>
          <dgm:dir/>
          <dgm:resizeHandles val="exact"/>
        </dgm:presLayoutVars>
      </dgm:prSet>
      <dgm:spPr/>
    </dgm:pt>
    <dgm:pt modelId="{94FECEA0-77A1-4572-B792-CACB195B33D2}" type="pres">
      <dgm:prSet presAssocID="{FC2FF41F-AF86-436F-BD03-E934B44D6150}" presName="compNode" presStyleCnt="0"/>
      <dgm:spPr/>
    </dgm:pt>
    <dgm:pt modelId="{5C7F3AAE-5075-490A-828C-A565AF97574A}" type="pres">
      <dgm:prSet presAssocID="{FC2FF41F-AF86-436F-BD03-E934B44D6150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508653F-26DA-4AE8-B5DF-A0A7368B6BE5}" type="pres">
      <dgm:prSet presAssocID="{FC2FF41F-AF86-436F-BD03-E934B44D6150}" presName="iconSpace" presStyleCnt="0"/>
      <dgm:spPr/>
    </dgm:pt>
    <dgm:pt modelId="{648170CE-CDBC-4EAE-96CC-B6193AA267DB}" type="pres">
      <dgm:prSet presAssocID="{FC2FF41F-AF86-436F-BD03-E934B44D6150}" presName="parTx" presStyleLbl="revTx" presStyleIdx="0" presStyleCnt="4">
        <dgm:presLayoutVars>
          <dgm:chMax val="0"/>
          <dgm:chPref val="0"/>
        </dgm:presLayoutVars>
      </dgm:prSet>
      <dgm:spPr/>
    </dgm:pt>
    <dgm:pt modelId="{C2196AD4-C232-4273-9C59-0FAEB02C161F}" type="pres">
      <dgm:prSet presAssocID="{FC2FF41F-AF86-436F-BD03-E934B44D6150}" presName="txSpace" presStyleCnt="0"/>
      <dgm:spPr/>
    </dgm:pt>
    <dgm:pt modelId="{A49C7894-2E5D-4ACA-8E77-958C61AF83AE}" type="pres">
      <dgm:prSet presAssocID="{FC2FF41F-AF86-436F-BD03-E934B44D6150}" presName="desTx" presStyleLbl="revTx" presStyleIdx="1" presStyleCnt="4">
        <dgm:presLayoutVars/>
      </dgm:prSet>
      <dgm:spPr/>
    </dgm:pt>
    <dgm:pt modelId="{B1E6437B-9982-415F-AA23-7CD9DF484AFC}" type="pres">
      <dgm:prSet presAssocID="{2135664E-0F43-4F9A-9680-2868A0F57995}" presName="sibTrans" presStyleCnt="0"/>
      <dgm:spPr/>
    </dgm:pt>
    <dgm:pt modelId="{09A4F722-3109-46AA-9CFF-6C78C405F863}" type="pres">
      <dgm:prSet presAssocID="{F53074F3-835E-4815-9921-9CB11F5D0576}" presName="compNode" presStyleCnt="0"/>
      <dgm:spPr/>
    </dgm:pt>
    <dgm:pt modelId="{41A737C0-2F14-442D-B8A5-7F55937ABE7A}" type="pres">
      <dgm:prSet presAssocID="{F53074F3-835E-4815-9921-9CB11F5D0576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A6FFBD61-4B11-4D27-A514-599B1FAEA015}" type="pres">
      <dgm:prSet presAssocID="{F53074F3-835E-4815-9921-9CB11F5D0576}" presName="iconSpace" presStyleCnt="0"/>
      <dgm:spPr/>
    </dgm:pt>
    <dgm:pt modelId="{ACBEE8A8-5E1A-4F04-8306-B1C40E3F872E}" type="pres">
      <dgm:prSet presAssocID="{F53074F3-835E-4815-9921-9CB11F5D0576}" presName="parTx" presStyleLbl="revTx" presStyleIdx="2" presStyleCnt="4">
        <dgm:presLayoutVars>
          <dgm:chMax val="0"/>
          <dgm:chPref val="0"/>
        </dgm:presLayoutVars>
      </dgm:prSet>
      <dgm:spPr/>
    </dgm:pt>
    <dgm:pt modelId="{19202CA8-9A00-4213-86F3-1A5DBB3F9FDB}" type="pres">
      <dgm:prSet presAssocID="{F53074F3-835E-4815-9921-9CB11F5D0576}" presName="txSpace" presStyleCnt="0"/>
      <dgm:spPr/>
    </dgm:pt>
    <dgm:pt modelId="{95B5E637-A49D-4A34-A38B-F7374C2FED1A}" type="pres">
      <dgm:prSet presAssocID="{F53074F3-835E-4815-9921-9CB11F5D0576}" presName="desTx" presStyleLbl="revTx" presStyleIdx="3" presStyleCnt="4">
        <dgm:presLayoutVars/>
      </dgm:prSet>
      <dgm:spPr/>
    </dgm:pt>
  </dgm:ptLst>
  <dgm:cxnLst>
    <dgm:cxn modelId="{5F7B3409-DFC5-4D62-8C7E-7ABF9F8A95A7}" srcId="{F53074F3-835E-4815-9921-9CB11F5D0576}" destId="{EB18F2AA-BE87-4105-BA29-FC6B97FC838A}" srcOrd="1" destOrd="0" parTransId="{BF90FD3C-7B96-4DB0-8913-62A9625C5266}" sibTransId="{A43601D7-82E2-400D-AB25-9DF03A1A3DA9}"/>
    <dgm:cxn modelId="{A5A39B0B-A914-4649-8107-4701146B6664}" type="presOf" srcId="{35CB5A55-D9F3-4FB3-B9A3-F7A5C9C6258D}" destId="{95B5E637-A49D-4A34-A38B-F7374C2FED1A}" srcOrd="0" destOrd="2" presId="urn:microsoft.com/office/officeart/2018/5/layout/CenteredIconLabelDescriptionList"/>
    <dgm:cxn modelId="{907C5B0D-6CED-4102-853C-8B5BC715C434}" srcId="{8925229B-852B-442F-BFAD-804E7AC61548}" destId="{FC2FF41F-AF86-436F-BD03-E934B44D6150}" srcOrd="0" destOrd="0" parTransId="{435272CC-844B-4A2D-A416-6325FE7ABD61}" sibTransId="{2135664E-0F43-4F9A-9680-2868A0F57995}"/>
    <dgm:cxn modelId="{EF39470E-8747-4A22-8C81-E3FFC2787713}" srcId="{8925229B-852B-442F-BFAD-804E7AC61548}" destId="{F53074F3-835E-4815-9921-9CB11F5D0576}" srcOrd="1" destOrd="0" parTransId="{0C54056A-C096-4B6E-B4A2-873AAE501406}" sibTransId="{D8B5399A-CD4C-4997-BAAB-92A0778C00EF}"/>
    <dgm:cxn modelId="{3BD6B415-49B0-4C8F-AF3D-D16AF895D8F7}" type="presOf" srcId="{8925229B-852B-442F-BFAD-804E7AC61548}" destId="{3EA91BA5-DB2A-4592-8D6E-9D46DE68F199}" srcOrd="0" destOrd="0" presId="urn:microsoft.com/office/officeart/2018/5/layout/CenteredIconLabelDescriptionList"/>
    <dgm:cxn modelId="{D5BEA022-49BE-4A08-A9AF-5B98ABBCADD6}" type="presOf" srcId="{C0C57A09-FAA8-4435-B2A5-EEC5423433FB}" destId="{95B5E637-A49D-4A34-A38B-F7374C2FED1A}" srcOrd="0" destOrd="0" presId="urn:microsoft.com/office/officeart/2018/5/layout/CenteredIconLabelDescriptionList"/>
    <dgm:cxn modelId="{2EDE482C-CEA2-4B73-B933-4D2473C781DB}" type="presOf" srcId="{05ECC161-B686-4B42-90B8-EDDF73F2B362}" destId="{A49C7894-2E5D-4ACA-8E77-958C61AF83AE}" srcOrd="0" destOrd="0" presId="urn:microsoft.com/office/officeart/2018/5/layout/CenteredIconLabelDescriptionList"/>
    <dgm:cxn modelId="{6B0A6A37-B09B-4A59-BE07-999055E8B976}" type="presOf" srcId="{EB18F2AA-BE87-4105-BA29-FC6B97FC838A}" destId="{95B5E637-A49D-4A34-A38B-F7374C2FED1A}" srcOrd="0" destOrd="1" presId="urn:microsoft.com/office/officeart/2018/5/layout/CenteredIconLabelDescriptionList"/>
    <dgm:cxn modelId="{9A4A0665-2F38-4A6A-9E84-FE9EA8729D80}" srcId="{F53074F3-835E-4815-9921-9CB11F5D0576}" destId="{C0C57A09-FAA8-4435-B2A5-EEC5423433FB}" srcOrd="0" destOrd="0" parTransId="{7AB18575-0AC5-4D5D-9B0B-72267D8D0102}" sibTransId="{51C98DC6-3B27-405A-BBFC-79BCD056A1CB}"/>
    <dgm:cxn modelId="{CEFBEA45-BE58-430D-B34F-A4438C4FB6B7}" type="presOf" srcId="{FC2FF41F-AF86-436F-BD03-E934B44D6150}" destId="{648170CE-CDBC-4EAE-96CC-B6193AA267DB}" srcOrd="0" destOrd="0" presId="urn:microsoft.com/office/officeart/2018/5/layout/CenteredIconLabelDescriptionList"/>
    <dgm:cxn modelId="{A94C0780-D7F4-4033-80CF-E3FD9D755373}" srcId="{FC2FF41F-AF86-436F-BD03-E934B44D6150}" destId="{05ECC161-B686-4B42-90B8-EDDF73F2B362}" srcOrd="0" destOrd="0" parTransId="{03127862-F801-45DA-887F-1C64B84AD677}" sibTransId="{8F7464FD-66AD-4162-8C89-FF3D888200E6}"/>
    <dgm:cxn modelId="{92FEF599-EB9B-4AE8-939D-71665D4E00C7}" srcId="{F53074F3-835E-4815-9921-9CB11F5D0576}" destId="{35CB5A55-D9F3-4FB3-B9A3-F7A5C9C6258D}" srcOrd="2" destOrd="0" parTransId="{7605F98F-881E-4D60-A456-FA502BCECC19}" sibTransId="{1ADCB4B8-32AB-4F46-80C7-B210FD20EF0A}"/>
    <dgm:cxn modelId="{F8C9C5FD-DBF8-4F2A-9650-E4A18700A479}" type="presOf" srcId="{F53074F3-835E-4815-9921-9CB11F5D0576}" destId="{ACBEE8A8-5E1A-4F04-8306-B1C40E3F872E}" srcOrd="0" destOrd="0" presId="urn:microsoft.com/office/officeart/2018/5/layout/CenteredIconLabelDescriptionList"/>
    <dgm:cxn modelId="{4206A7ED-E8EA-492F-AA2C-8BB2A22B9B2D}" type="presParOf" srcId="{3EA91BA5-DB2A-4592-8D6E-9D46DE68F199}" destId="{94FECEA0-77A1-4572-B792-CACB195B33D2}" srcOrd="0" destOrd="0" presId="urn:microsoft.com/office/officeart/2018/5/layout/CenteredIconLabelDescriptionList"/>
    <dgm:cxn modelId="{7B601A79-DCB6-4CAF-808C-1DD8943415D9}" type="presParOf" srcId="{94FECEA0-77A1-4572-B792-CACB195B33D2}" destId="{5C7F3AAE-5075-490A-828C-A565AF97574A}" srcOrd="0" destOrd="0" presId="urn:microsoft.com/office/officeart/2018/5/layout/CenteredIconLabelDescriptionList"/>
    <dgm:cxn modelId="{4860CC9C-DF90-41F1-8376-3EEEE14EA948}" type="presParOf" srcId="{94FECEA0-77A1-4572-B792-CACB195B33D2}" destId="{E508653F-26DA-4AE8-B5DF-A0A7368B6BE5}" srcOrd="1" destOrd="0" presId="urn:microsoft.com/office/officeart/2018/5/layout/CenteredIconLabelDescriptionList"/>
    <dgm:cxn modelId="{946CC15D-2B96-4A7E-8DF8-27DA0A17EA04}" type="presParOf" srcId="{94FECEA0-77A1-4572-B792-CACB195B33D2}" destId="{648170CE-CDBC-4EAE-96CC-B6193AA267DB}" srcOrd="2" destOrd="0" presId="urn:microsoft.com/office/officeart/2018/5/layout/CenteredIconLabelDescriptionList"/>
    <dgm:cxn modelId="{FEBAC05E-4113-42A6-BEAD-E57AF60AE0BC}" type="presParOf" srcId="{94FECEA0-77A1-4572-B792-CACB195B33D2}" destId="{C2196AD4-C232-4273-9C59-0FAEB02C161F}" srcOrd="3" destOrd="0" presId="urn:microsoft.com/office/officeart/2018/5/layout/CenteredIconLabelDescriptionList"/>
    <dgm:cxn modelId="{61DCC161-6751-4BB2-8DB4-100A6A0C3315}" type="presParOf" srcId="{94FECEA0-77A1-4572-B792-CACB195B33D2}" destId="{A49C7894-2E5D-4ACA-8E77-958C61AF83AE}" srcOrd="4" destOrd="0" presId="urn:microsoft.com/office/officeart/2018/5/layout/CenteredIconLabelDescriptionList"/>
    <dgm:cxn modelId="{0E467EC2-90C6-450E-963B-FB8F6635AD72}" type="presParOf" srcId="{3EA91BA5-DB2A-4592-8D6E-9D46DE68F199}" destId="{B1E6437B-9982-415F-AA23-7CD9DF484AFC}" srcOrd="1" destOrd="0" presId="urn:microsoft.com/office/officeart/2018/5/layout/CenteredIconLabelDescriptionList"/>
    <dgm:cxn modelId="{3C1CF235-7005-4326-8E1C-25D69E0B64D1}" type="presParOf" srcId="{3EA91BA5-DB2A-4592-8D6E-9D46DE68F199}" destId="{09A4F722-3109-46AA-9CFF-6C78C405F863}" srcOrd="2" destOrd="0" presId="urn:microsoft.com/office/officeart/2018/5/layout/CenteredIconLabelDescriptionList"/>
    <dgm:cxn modelId="{8F9D3011-EEFD-4967-85D7-59F2F0C52897}" type="presParOf" srcId="{09A4F722-3109-46AA-9CFF-6C78C405F863}" destId="{41A737C0-2F14-442D-B8A5-7F55937ABE7A}" srcOrd="0" destOrd="0" presId="urn:microsoft.com/office/officeart/2018/5/layout/CenteredIconLabelDescriptionList"/>
    <dgm:cxn modelId="{6C966220-0159-4628-9619-C4A1738EF557}" type="presParOf" srcId="{09A4F722-3109-46AA-9CFF-6C78C405F863}" destId="{A6FFBD61-4B11-4D27-A514-599B1FAEA015}" srcOrd="1" destOrd="0" presId="urn:microsoft.com/office/officeart/2018/5/layout/CenteredIconLabelDescriptionList"/>
    <dgm:cxn modelId="{E6C59AAF-22DF-4D84-9696-B2B6EC652615}" type="presParOf" srcId="{09A4F722-3109-46AA-9CFF-6C78C405F863}" destId="{ACBEE8A8-5E1A-4F04-8306-B1C40E3F872E}" srcOrd="2" destOrd="0" presId="urn:microsoft.com/office/officeart/2018/5/layout/CenteredIconLabelDescriptionList"/>
    <dgm:cxn modelId="{297362A7-0EFB-4E9A-AE04-CF1899CF12B3}" type="presParOf" srcId="{09A4F722-3109-46AA-9CFF-6C78C405F863}" destId="{19202CA8-9A00-4213-86F3-1A5DBB3F9FDB}" srcOrd="3" destOrd="0" presId="urn:microsoft.com/office/officeart/2018/5/layout/CenteredIconLabelDescriptionList"/>
    <dgm:cxn modelId="{25765E98-804A-44BF-B6A1-521C58AC553A}" type="presParOf" srcId="{09A4F722-3109-46AA-9CFF-6C78C405F863}" destId="{95B5E637-A49D-4A34-A38B-F7374C2FED1A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FA3B68-F4C6-4020-A81F-AA8CD6C5A6D8}" type="doc">
      <dgm:prSet loTypeId="urn:microsoft.com/office/officeart/2005/8/layout/vProcess5" loCatId="process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4327677-7377-4A15-A4E7-9525ABF8F72A}">
      <dgm:prSet/>
      <dgm:spPr/>
      <dgm:t>
        <a:bodyPr/>
        <a:lstStyle/>
        <a:p>
          <a:r>
            <a:rPr lang="en-US"/>
            <a:t>User enters message</a:t>
          </a:r>
        </a:p>
      </dgm:t>
    </dgm:pt>
    <dgm:pt modelId="{814FC924-AE11-4BA0-BAB3-CBBDB0BDBE09}" type="parTrans" cxnId="{E5989040-8908-4712-83E1-385D61D1ACBF}">
      <dgm:prSet/>
      <dgm:spPr/>
      <dgm:t>
        <a:bodyPr/>
        <a:lstStyle/>
        <a:p>
          <a:endParaRPr lang="en-US"/>
        </a:p>
      </dgm:t>
    </dgm:pt>
    <dgm:pt modelId="{C4462687-7147-498C-8310-79AFF82EA487}" type="sibTrans" cxnId="{E5989040-8908-4712-83E1-385D61D1ACBF}">
      <dgm:prSet/>
      <dgm:spPr/>
      <dgm:t>
        <a:bodyPr/>
        <a:lstStyle/>
        <a:p>
          <a:endParaRPr lang="en-US"/>
        </a:p>
      </dgm:t>
    </dgm:pt>
    <dgm:pt modelId="{3B950CC3-724B-4C77-9618-C6B12E641152}">
      <dgm:prSet/>
      <dgm:spPr/>
      <dgm:t>
        <a:bodyPr/>
        <a:lstStyle/>
        <a:p>
          <a:r>
            <a:rPr lang="en-US"/>
            <a:t>Message encrypted on sender</a:t>
          </a:r>
        </a:p>
      </dgm:t>
    </dgm:pt>
    <dgm:pt modelId="{FCB9CB6A-3CFA-47AB-B489-99F6D8C33F5E}" type="parTrans" cxnId="{26C96868-868C-41F1-A29E-4BDD0E2F6242}">
      <dgm:prSet/>
      <dgm:spPr/>
      <dgm:t>
        <a:bodyPr/>
        <a:lstStyle/>
        <a:p>
          <a:endParaRPr lang="en-US"/>
        </a:p>
      </dgm:t>
    </dgm:pt>
    <dgm:pt modelId="{555DA594-7A23-455E-80E5-F6AED0DB666F}" type="sibTrans" cxnId="{26C96868-868C-41F1-A29E-4BDD0E2F6242}">
      <dgm:prSet/>
      <dgm:spPr/>
      <dgm:t>
        <a:bodyPr/>
        <a:lstStyle/>
        <a:p>
          <a:endParaRPr lang="en-US"/>
        </a:p>
      </dgm:t>
    </dgm:pt>
    <dgm:pt modelId="{19D3954E-FD3B-4FF2-8E32-AA32A029E952}">
      <dgm:prSet/>
      <dgm:spPr/>
      <dgm:t>
        <a:bodyPr/>
        <a:lstStyle/>
        <a:p>
          <a:r>
            <a:rPr lang="en-US"/>
            <a:t>Sent to server</a:t>
          </a:r>
        </a:p>
      </dgm:t>
    </dgm:pt>
    <dgm:pt modelId="{9C6C0B6B-CFE8-496F-856D-805AB8B977D9}" type="parTrans" cxnId="{9BC4C84D-5E03-4A63-90E5-7E77DCFEFC00}">
      <dgm:prSet/>
      <dgm:spPr/>
      <dgm:t>
        <a:bodyPr/>
        <a:lstStyle/>
        <a:p>
          <a:endParaRPr lang="en-US"/>
        </a:p>
      </dgm:t>
    </dgm:pt>
    <dgm:pt modelId="{2B7D014E-0172-41E4-BA7D-3C7447C66488}" type="sibTrans" cxnId="{9BC4C84D-5E03-4A63-90E5-7E77DCFEFC00}">
      <dgm:prSet/>
      <dgm:spPr/>
      <dgm:t>
        <a:bodyPr/>
        <a:lstStyle/>
        <a:p>
          <a:endParaRPr lang="en-US"/>
        </a:p>
      </dgm:t>
    </dgm:pt>
    <dgm:pt modelId="{65095CED-DBEE-4C7A-8823-42E5634666A2}">
      <dgm:prSet/>
      <dgm:spPr/>
      <dgm:t>
        <a:bodyPr/>
        <a:lstStyle/>
        <a:p>
          <a:r>
            <a:rPr lang="en-US"/>
            <a:t>Server forwards data</a:t>
          </a:r>
        </a:p>
      </dgm:t>
    </dgm:pt>
    <dgm:pt modelId="{0AD82A21-FDA2-420C-B55E-9A0E5C1A4D1F}" type="parTrans" cxnId="{0C88C09B-DF25-4926-A014-F0D916BE01B7}">
      <dgm:prSet/>
      <dgm:spPr/>
      <dgm:t>
        <a:bodyPr/>
        <a:lstStyle/>
        <a:p>
          <a:endParaRPr lang="en-US"/>
        </a:p>
      </dgm:t>
    </dgm:pt>
    <dgm:pt modelId="{4CD4C3E9-2ED9-43D8-9351-5EFD0C1DB48A}" type="sibTrans" cxnId="{0C88C09B-DF25-4926-A014-F0D916BE01B7}">
      <dgm:prSet/>
      <dgm:spPr/>
      <dgm:t>
        <a:bodyPr/>
        <a:lstStyle/>
        <a:p>
          <a:endParaRPr lang="en-US"/>
        </a:p>
      </dgm:t>
    </dgm:pt>
    <dgm:pt modelId="{63A4F92A-B0F7-4449-A31D-1BFA3AE14C44}">
      <dgm:prSet/>
      <dgm:spPr/>
      <dgm:t>
        <a:bodyPr/>
        <a:lstStyle/>
        <a:p>
          <a:r>
            <a:rPr lang="en-US"/>
            <a:t>Receiver decrypts message</a:t>
          </a:r>
        </a:p>
      </dgm:t>
    </dgm:pt>
    <dgm:pt modelId="{7D56865E-39EA-4D13-A8A2-0FC603F23B01}" type="parTrans" cxnId="{8AFC04ED-519D-4AA8-81B9-0B85DEF7EE3F}">
      <dgm:prSet/>
      <dgm:spPr/>
      <dgm:t>
        <a:bodyPr/>
        <a:lstStyle/>
        <a:p>
          <a:endParaRPr lang="en-US"/>
        </a:p>
      </dgm:t>
    </dgm:pt>
    <dgm:pt modelId="{34E660E8-7933-4F47-AAD5-774388EF631F}" type="sibTrans" cxnId="{8AFC04ED-519D-4AA8-81B9-0B85DEF7EE3F}">
      <dgm:prSet/>
      <dgm:spPr/>
      <dgm:t>
        <a:bodyPr/>
        <a:lstStyle/>
        <a:p>
          <a:endParaRPr lang="en-US"/>
        </a:p>
      </dgm:t>
    </dgm:pt>
    <dgm:pt modelId="{19BDFBAF-D7F2-4134-BA9B-5FC831117FD0}" type="pres">
      <dgm:prSet presAssocID="{78FA3B68-F4C6-4020-A81F-AA8CD6C5A6D8}" presName="outerComposite" presStyleCnt="0">
        <dgm:presLayoutVars>
          <dgm:chMax val="5"/>
          <dgm:dir/>
          <dgm:resizeHandles val="exact"/>
        </dgm:presLayoutVars>
      </dgm:prSet>
      <dgm:spPr/>
    </dgm:pt>
    <dgm:pt modelId="{F866109B-69E5-439E-9D01-488009D51976}" type="pres">
      <dgm:prSet presAssocID="{78FA3B68-F4C6-4020-A81F-AA8CD6C5A6D8}" presName="dummyMaxCanvas" presStyleCnt="0">
        <dgm:presLayoutVars/>
      </dgm:prSet>
      <dgm:spPr/>
    </dgm:pt>
    <dgm:pt modelId="{E5160257-CDEF-480D-8EF9-99CC99446151}" type="pres">
      <dgm:prSet presAssocID="{78FA3B68-F4C6-4020-A81F-AA8CD6C5A6D8}" presName="FiveNodes_1" presStyleLbl="node1" presStyleIdx="0" presStyleCnt="5">
        <dgm:presLayoutVars>
          <dgm:bulletEnabled val="1"/>
        </dgm:presLayoutVars>
      </dgm:prSet>
      <dgm:spPr/>
    </dgm:pt>
    <dgm:pt modelId="{0EA9602E-8B3D-4725-ADF0-84AE1425FB05}" type="pres">
      <dgm:prSet presAssocID="{78FA3B68-F4C6-4020-A81F-AA8CD6C5A6D8}" presName="FiveNodes_2" presStyleLbl="node1" presStyleIdx="1" presStyleCnt="5">
        <dgm:presLayoutVars>
          <dgm:bulletEnabled val="1"/>
        </dgm:presLayoutVars>
      </dgm:prSet>
      <dgm:spPr/>
    </dgm:pt>
    <dgm:pt modelId="{AF56B3DA-39AF-420E-8CA6-AA920C465E2B}" type="pres">
      <dgm:prSet presAssocID="{78FA3B68-F4C6-4020-A81F-AA8CD6C5A6D8}" presName="FiveNodes_3" presStyleLbl="node1" presStyleIdx="2" presStyleCnt="5">
        <dgm:presLayoutVars>
          <dgm:bulletEnabled val="1"/>
        </dgm:presLayoutVars>
      </dgm:prSet>
      <dgm:spPr/>
    </dgm:pt>
    <dgm:pt modelId="{8A58D0E1-8972-40EB-A1A0-B75317C02F1C}" type="pres">
      <dgm:prSet presAssocID="{78FA3B68-F4C6-4020-A81F-AA8CD6C5A6D8}" presName="FiveNodes_4" presStyleLbl="node1" presStyleIdx="3" presStyleCnt="5">
        <dgm:presLayoutVars>
          <dgm:bulletEnabled val="1"/>
        </dgm:presLayoutVars>
      </dgm:prSet>
      <dgm:spPr/>
    </dgm:pt>
    <dgm:pt modelId="{3C4A676E-CC50-43C3-8C8B-18C325000D67}" type="pres">
      <dgm:prSet presAssocID="{78FA3B68-F4C6-4020-A81F-AA8CD6C5A6D8}" presName="FiveNodes_5" presStyleLbl="node1" presStyleIdx="4" presStyleCnt="5">
        <dgm:presLayoutVars>
          <dgm:bulletEnabled val="1"/>
        </dgm:presLayoutVars>
      </dgm:prSet>
      <dgm:spPr/>
    </dgm:pt>
    <dgm:pt modelId="{EAA37CB6-CB8D-4095-BE33-E1AE0DBAB786}" type="pres">
      <dgm:prSet presAssocID="{78FA3B68-F4C6-4020-A81F-AA8CD6C5A6D8}" presName="FiveConn_1-2" presStyleLbl="fgAccFollowNode1" presStyleIdx="0" presStyleCnt="4">
        <dgm:presLayoutVars>
          <dgm:bulletEnabled val="1"/>
        </dgm:presLayoutVars>
      </dgm:prSet>
      <dgm:spPr/>
    </dgm:pt>
    <dgm:pt modelId="{211F6769-D810-471F-9874-2D597906AB65}" type="pres">
      <dgm:prSet presAssocID="{78FA3B68-F4C6-4020-A81F-AA8CD6C5A6D8}" presName="FiveConn_2-3" presStyleLbl="fgAccFollowNode1" presStyleIdx="1" presStyleCnt="4">
        <dgm:presLayoutVars>
          <dgm:bulletEnabled val="1"/>
        </dgm:presLayoutVars>
      </dgm:prSet>
      <dgm:spPr/>
    </dgm:pt>
    <dgm:pt modelId="{C571F750-9D0E-4870-8629-4A4B6AB604C3}" type="pres">
      <dgm:prSet presAssocID="{78FA3B68-F4C6-4020-A81F-AA8CD6C5A6D8}" presName="FiveConn_3-4" presStyleLbl="fgAccFollowNode1" presStyleIdx="2" presStyleCnt="4">
        <dgm:presLayoutVars>
          <dgm:bulletEnabled val="1"/>
        </dgm:presLayoutVars>
      </dgm:prSet>
      <dgm:spPr/>
    </dgm:pt>
    <dgm:pt modelId="{48C6517C-CD92-41AC-BE12-C645FD133619}" type="pres">
      <dgm:prSet presAssocID="{78FA3B68-F4C6-4020-A81F-AA8CD6C5A6D8}" presName="FiveConn_4-5" presStyleLbl="fgAccFollowNode1" presStyleIdx="3" presStyleCnt="4">
        <dgm:presLayoutVars>
          <dgm:bulletEnabled val="1"/>
        </dgm:presLayoutVars>
      </dgm:prSet>
      <dgm:spPr/>
    </dgm:pt>
    <dgm:pt modelId="{255F6A3C-C927-4865-BB0C-7F30AACFF1BD}" type="pres">
      <dgm:prSet presAssocID="{78FA3B68-F4C6-4020-A81F-AA8CD6C5A6D8}" presName="FiveNodes_1_text" presStyleLbl="node1" presStyleIdx="4" presStyleCnt="5">
        <dgm:presLayoutVars>
          <dgm:bulletEnabled val="1"/>
        </dgm:presLayoutVars>
      </dgm:prSet>
      <dgm:spPr/>
    </dgm:pt>
    <dgm:pt modelId="{CD5E5038-E54C-41F0-9A1B-181328AA3D6A}" type="pres">
      <dgm:prSet presAssocID="{78FA3B68-F4C6-4020-A81F-AA8CD6C5A6D8}" presName="FiveNodes_2_text" presStyleLbl="node1" presStyleIdx="4" presStyleCnt="5">
        <dgm:presLayoutVars>
          <dgm:bulletEnabled val="1"/>
        </dgm:presLayoutVars>
      </dgm:prSet>
      <dgm:spPr/>
    </dgm:pt>
    <dgm:pt modelId="{CA0CA899-CAEB-4C63-9F00-2A0AC283DB36}" type="pres">
      <dgm:prSet presAssocID="{78FA3B68-F4C6-4020-A81F-AA8CD6C5A6D8}" presName="FiveNodes_3_text" presStyleLbl="node1" presStyleIdx="4" presStyleCnt="5">
        <dgm:presLayoutVars>
          <dgm:bulletEnabled val="1"/>
        </dgm:presLayoutVars>
      </dgm:prSet>
      <dgm:spPr/>
    </dgm:pt>
    <dgm:pt modelId="{6F03DCD6-7F08-4677-81B0-68A016FE0DE4}" type="pres">
      <dgm:prSet presAssocID="{78FA3B68-F4C6-4020-A81F-AA8CD6C5A6D8}" presName="FiveNodes_4_text" presStyleLbl="node1" presStyleIdx="4" presStyleCnt="5">
        <dgm:presLayoutVars>
          <dgm:bulletEnabled val="1"/>
        </dgm:presLayoutVars>
      </dgm:prSet>
      <dgm:spPr/>
    </dgm:pt>
    <dgm:pt modelId="{8005B37A-62CF-4F9C-ABA5-2887649398F6}" type="pres">
      <dgm:prSet presAssocID="{78FA3B68-F4C6-4020-A81F-AA8CD6C5A6D8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7EFB0E02-EA0B-4080-A2C6-EFC06B588F7B}" type="presOf" srcId="{65095CED-DBEE-4C7A-8823-42E5634666A2}" destId="{8A58D0E1-8972-40EB-A1A0-B75317C02F1C}" srcOrd="0" destOrd="0" presId="urn:microsoft.com/office/officeart/2005/8/layout/vProcess5"/>
    <dgm:cxn modelId="{93804A0F-90E5-4176-AFE2-CF14B56197DC}" type="presOf" srcId="{19D3954E-FD3B-4FF2-8E32-AA32A029E952}" destId="{CA0CA899-CAEB-4C63-9F00-2A0AC283DB36}" srcOrd="1" destOrd="0" presId="urn:microsoft.com/office/officeart/2005/8/layout/vProcess5"/>
    <dgm:cxn modelId="{831BFD15-01B8-47A0-9C38-A75CF6E04078}" type="presOf" srcId="{65095CED-DBEE-4C7A-8823-42E5634666A2}" destId="{6F03DCD6-7F08-4677-81B0-68A016FE0DE4}" srcOrd="1" destOrd="0" presId="urn:microsoft.com/office/officeart/2005/8/layout/vProcess5"/>
    <dgm:cxn modelId="{773DF92B-C0EC-40CB-BE81-08C2D9BACA7B}" type="presOf" srcId="{78FA3B68-F4C6-4020-A81F-AA8CD6C5A6D8}" destId="{19BDFBAF-D7F2-4134-BA9B-5FC831117FD0}" srcOrd="0" destOrd="0" presId="urn:microsoft.com/office/officeart/2005/8/layout/vProcess5"/>
    <dgm:cxn modelId="{E5989040-8908-4712-83E1-385D61D1ACBF}" srcId="{78FA3B68-F4C6-4020-A81F-AA8CD6C5A6D8}" destId="{64327677-7377-4A15-A4E7-9525ABF8F72A}" srcOrd="0" destOrd="0" parTransId="{814FC924-AE11-4BA0-BAB3-CBBDB0BDBE09}" sibTransId="{C4462687-7147-498C-8310-79AFF82EA487}"/>
    <dgm:cxn modelId="{26C96868-868C-41F1-A29E-4BDD0E2F6242}" srcId="{78FA3B68-F4C6-4020-A81F-AA8CD6C5A6D8}" destId="{3B950CC3-724B-4C77-9618-C6B12E641152}" srcOrd="1" destOrd="0" parTransId="{FCB9CB6A-3CFA-47AB-B489-99F6D8C33F5E}" sibTransId="{555DA594-7A23-455E-80E5-F6AED0DB666F}"/>
    <dgm:cxn modelId="{5905FB4A-103C-4CF1-A3BD-848FF7EF6559}" type="presOf" srcId="{3B950CC3-724B-4C77-9618-C6B12E641152}" destId="{0EA9602E-8B3D-4725-ADF0-84AE1425FB05}" srcOrd="0" destOrd="0" presId="urn:microsoft.com/office/officeart/2005/8/layout/vProcess5"/>
    <dgm:cxn modelId="{C4E5064B-72DA-4D7B-A671-C80A49914D87}" type="presOf" srcId="{63A4F92A-B0F7-4449-A31D-1BFA3AE14C44}" destId="{3C4A676E-CC50-43C3-8C8B-18C325000D67}" srcOrd="0" destOrd="0" presId="urn:microsoft.com/office/officeart/2005/8/layout/vProcess5"/>
    <dgm:cxn modelId="{F74EB44C-9E06-48E6-B48F-9BF709C7CE15}" type="presOf" srcId="{4CD4C3E9-2ED9-43D8-9351-5EFD0C1DB48A}" destId="{48C6517C-CD92-41AC-BE12-C645FD133619}" srcOrd="0" destOrd="0" presId="urn:microsoft.com/office/officeart/2005/8/layout/vProcess5"/>
    <dgm:cxn modelId="{9BC4C84D-5E03-4A63-90E5-7E77DCFEFC00}" srcId="{78FA3B68-F4C6-4020-A81F-AA8CD6C5A6D8}" destId="{19D3954E-FD3B-4FF2-8E32-AA32A029E952}" srcOrd="2" destOrd="0" parTransId="{9C6C0B6B-CFE8-496F-856D-805AB8B977D9}" sibTransId="{2B7D014E-0172-41E4-BA7D-3C7447C66488}"/>
    <dgm:cxn modelId="{A625C051-578D-4C0E-A0D7-232FCCD0FDA0}" type="presOf" srcId="{2B7D014E-0172-41E4-BA7D-3C7447C66488}" destId="{C571F750-9D0E-4870-8629-4A4B6AB604C3}" srcOrd="0" destOrd="0" presId="urn:microsoft.com/office/officeart/2005/8/layout/vProcess5"/>
    <dgm:cxn modelId="{D8A55952-D7A4-42D5-8841-2DAC7FDEAD6E}" type="presOf" srcId="{555DA594-7A23-455E-80E5-F6AED0DB666F}" destId="{211F6769-D810-471F-9874-2D597906AB65}" srcOrd="0" destOrd="0" presId="urn:microsoft.com/office/officeart/2005/8/layout/vProcess5"/>
    <dgm:cxn modelId="{D2486B93-ACC9-4494-B88C-C299AF87E47D}" type="presOf" srcId="{63A4F92A-B0F7-4449-A31D-1BFA3AE14C44}" destId="{8005B37A-62CF-4F9C-ABA5-2887649398F6}" srcOrd="1" destOrd="0" presId="urn:microsoft.com/office/officeart/2005/8/layout/vProcess5"/>
    <dgm:cxn modelId="{0C88C09B-DF25-4926-A014-F0D916BE01B7}" srcId="{78FA3B68-F4C6-4020-A81F-AA8CD6C5A6D8}" destId="{65095CED-DBEE-4C7A-8823-42E5634666A2}" srcOrd="3" destOrd="0" parTransId="{0AD82A21-FDA2-420C-B55E-9A0E5C1A4D1F}" sibTransId="{4CD4C3E9-2ED9-43D8-9351-5EFD0C1DB48A}"/>
    <dgm:cxn modelId="{F5D94AA7-A962-40B0-AAB1-80AC5CD7F12D}" type="presOf" srcId="{64327677-7377-4A15-A4E7-9525ABF8F72A}" destId="{255F6A3C-C927-4865-BB0C-7F30AACFF1BD}" srcOrd="1" destOrd="0" presId="urn:microsoft.com/office/officeart/2005/8/layout/vProcess5"/>
    <dgm:cxn modelId="{7439E6E2-ACCD-4976-9A7C-B144FAE18E4C}" type="presOf" srcId="{19D3954E-FD3B-4FF2-8E32-AA32A029E952}" destId="{AF56B3DA-39AF-420E-8CA6-AA920C465E2B}" srcOrd="0" destOrd="0" presId="urn:microsoft.com/office/officeart/2005/8/layout/vProcess5"/>
    <dgm:cxn modelId="{8AFC04ED-519D-4AA8-81B9-0B85DEF7EE3F}" srcId="{78FA3B68-F4C6-4020-A81F-AA8CD6C5A6D8}" destId="{63A4F92A-B0F7-4449-A31D-1BFA3AE14C44}" srcOrd="4" destOrd="0" parTransId="{7D56865E-39EA-4D13-A8A2-0FC603F23B01}" sibTransId="{34E660E8-7933-4F47-AAD5-774388EF631F}"/>
    <dgm:cxn modelId="{199FAAF0-55A8-412C-823C-695C7B0A4D18}" type="presOf" srcId="{3B950CC3-724B-4C77-9618-C6B12E641152}" destId="{CD5E5038-E54C-41F0-9A1B-181328AA3D6A}" srcOrd="1" destOrd="0" presId="urn:microsoft.com/office/officeart/2005/8/layout/vProcess5"/>
    <dgm:cxn modelId="{1E942EF2-01A0-4A61-BC70-BF4C4F360ECB}" type="presOf" srcId="{C4462687-7147-498C-8310-79AFF82EA487}" destId="{EAA37CB6-CB8D-4095-BE33-E1AE0DBAB786}" srcOrd="0" destOrd="0" presId="urn:microsoft.com/office/officeart/2005/8/layout/vProcess5"/>
    <dgm:cxn modelId="{48540AF5-F855-4C6E-B440-CFC91793E227}" type="presOf" srcId="{64327677-7377-4A15-A4E7-9525ABF8F72A}" destId="{E5160257-CDEF-480D-8EF9-99CC99446151}" srcOrd="0" destOrd="0" presId="urn:microsoft.com/office/officeart/2005/8/layout/vProcess5"/>
    <dgm:cxn modelId="{CE2E01C9-E778-46F4-BCFA-D68C1E2177D3}" type="presParOf" srcId="{19BDFBAF-D7F2-4134-BA9B-5FC831117FD0}" destId="{F866109B-69E5-439E-9D01-488009D51976}" srcOrd="0" destOrd="0" presId="urn:microsoft.com/office/officeart/2005/8/layout/vProcess5"/>
    <dgm:cxn modelId="{32C8ED92-C189-47A2-9AE8-75A6BB43598D}" type="presParOf" srcId="{19BDFBAF-D7F2-4134-BA9B-5FC831117FD0}" destId="{E5160257-CDEF-480D-8EF9-99CC99446151}" srcOrd="1" destOrd="0" presId="urn:microsoft.com/office/officeart/2005/8/layout/vProcess5"/>
    <dgm:cxn modelId="{A0A79166-058E-4EAC-A44B-357A3C64CFF2}" type="presParOf" srcId="{19BDFBAF-D7F2-4134-BA9B-5FC831117FD0}" destId="{0EA9602E-8B3D-4725-ADF0-84AE1425FB05}" srcOrd="2" destOrd="0" presId="urn:microsoft.com/office/officeart/2005/8/layout/vProcess5"/>
    <dgm:cxn modelId="{BD70CB43-9D67-47A5-9906-26151FAACC27}" type="presParOf" srcId="{19BDFBAF-D7F2-4134-BA9B-5FC831117FD0}" destId="{AF56B3DA-39AF-420E-8CA6-AA920C465E2B}" srcOrd="3" destOrd="0" presId="urn:microsoft.com/office/officeart/2005/8/layout/vProcess5"/>
    <dgm:cxn modelId="{77B32DE0-0BB9-4833-854E-1A784819BAEF}" type="presParOf" srcId="{19BDFBAF-D7F2-4134-BA9B-5FC831117FD0}" destId="{8A58D0E1-8972-40EB-A1A0-B75317C02F1C}" srcOrd="4" destOrd="0" presId="urn:microsoft.com/office/officeart/2005/8/layout/vProcess5"/>
    <dgm:cxn modelId="{F183F301-75A8-4D45-BB89-8B7F4ED0FD85}" type="presParOf" srcId="{19BDFBAF-D7F2-4134-BA9B-5FC831117FD0}" destId="{3C4A676E-CC50-43C3-8C8B-18C325000D67}" srcOrd="5" destOrd="0" presId="urn:microsoft.com/office/officeart/2005/8/layout/vProcess5"/>
    <dgm:cxn modelId="{CFAFD60A-262C-4774-B4B5-5E127BE69E73}" type="presParOf" srcId="{19BDFBAF-D7F2-4134-BA9B-5FC831117FD0}" destId="{EAA37CB6-CB8D-4095-BE33-E1AE0DBAB786}" srcOrd="6" destOrd="0" presId="urn:microsoft.com/office/officeart/2005/8/layout/vProcess5"/>
    <dgm:cxn modelId="{B74C9466-E6EA-4DD2-A0BC-B9C27F57E904}" type="presParOf" srcId="{19BDFBAF-D7F2-4134-BA9B-5FC831117FD0}" destId="{211F6769-D810-471F-9874-2D597906AB65}" srcOrd="7" destOrd="0" presId="urn:microsoft.com/office/officeart/2005/8/layout/vProcess5"/>
    <dgm:cxn modelId="{CD5DFCC2-2089-4B02-AA00-155185BF2EB3}" type="presParOf" srcId="{19BDFBAF-D7F2-4134-BA9B-5FC831117FD0}" destId="{C571F750-9D0E-4870-8629-4A4B6AB604C3}" srcOrd="8" destOrd="0" presId="urn:microsoft.com/office/officeart/2005/8/layout/vProcess5"/>
    <dgm:cxn modelId="{68C3B21C-D111-4F96-A4F0-090F4DBBF67A}" type="presParOf" srcId="{19BDFBAF-D7F2-4134-BA9B-5FC831117FD0}" destId="{48C6517C-CD92-41AC-BE12-C645FD133619}" srcOrd="9" destOrd="0" presId="urn:microsoft.com/office/officeart/2005/8/layout/vProcess5"/>
    <dgm:cxn modelId="{0BE68378-AA05-4F9A-8048-AB89D45C3B87}" type="presParOf" srcId="{19BDFBAF-D7F2-4134-BA9B-5FC831117FD0}" destId="{255F6A3C-C927-4865-BB0C-7F30AACFF1BD}" srcOrd="10" destOrd="0" presId="urn:microsoft.com/office/officeart/2005/8/layout/vProcess5"/>
    <dgm:cxn modelId="{8E7178B2-0C08-4D90-8B25-6DAD0412D926}" type="presParOf" srcId="{19BDFBAF-D7F2-4134-BA9B-5FC831117FD0}" destId="{CD5E5038-E54C-41F0-9A1B-181328AA3D6A}" srcOrd="11" destOrd="0" presId="urn:microsoft.com/office/officeart/2005/8/layout/vProcess5"/>
    <dgm:cxn modelId="{2A0ED2BA-8A9C-4E69-AB2B-F3DAFAAA14F0}" type="presParOf" srcId="{19BDFBAF-D7F2-4134-BA9B-5FC831117FD0}" destId="{CA0CA899-CAEB-4C63-9F00-2A0AC283DB36}" srcOrd="12" destOrd="0" presId="urn:microsoft.com/office/officeart/2005/8/layout/vProcess5"/>
    <dgm:cxn modelId="{162C418F-EE73-47FF-8189-566120FA2805}" type="presParOf" srcId="{19BDFBAF-D7F2-4134-BA9B-5FC831117FD0}" destId="{6F03DCD6-7F08-4677-81B0-68A016FE0DE4}" srcOrd="13" destOrd="0" presId="urn:microsoft.com/office/officeart/2005/8/layout/vProcess5"/>
    <dgm:cxn modelId="{4897665D-4B0D-4223-9E53-913D6BE5DA96}" type="presParOf" srcId="{19BDFBAF-D7F2-4134-BA9B-5FC831117FD0}" destId="{8005B37A-62CF-4F9C-ABA5-2887649398F6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C90A0D8-2B28-4AF9-B09E-227424004211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977EDD7-65CD-4E6C-9753-B60751932F0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Without: Server sees plaintext</a:t>
          </a:r>
        </a:p>
      </dgm:t>
    </dgm:pt>
    <dgm:pt modelId="{F30F1D9F-C0BC-4EEE-9EFA-DCE9780864DD}" type="parTrans" cxnId="{65777D92-5976-45C0-90CA-5F7D39DBA8A1}">
      <dgm:prSet/>
      <dgm:spPr/>
      <dgm:t>
        <a:bodyPr/>
        <a:lstStyle/>
        <a:p>
          <a:endParaRPr lang="en-US"/>
        </a:p>
      </dgm:t>
    </dgm:pt>
    <dgm:pt modelId="{5F313015-B67C-4A86-A6DD-78C67A0A5031}" type="sibTrans" cxnId="{65777D92-5976-45C0-90CA-5F7D39DBA8A1}">
      <dgm:prSet/>
      <dgm:spPr/>
      <dgm:t>
        <a:bodyPr/>
        <a:lstStyle/>
        <a:p>
          <a:endParaRPr lang="en-US"/>
        </a:p>
      </dgm:t>
    </dgm:pt>
    <dgm:pt modelId="{3A3D3B78-BEF1-425E-A162-650D01FE2DA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With: Server sees random byte data</a:t>
          </a:r>
        </a:p>
      </dgm:t>
    </dgm:pt>
    <dgm:pt modelId="{5F5EF727-9EDA-488D-8C64-C95A337D4BDC}" type="parTrans" cxnId="{1FDE06C2-A06F-4E0E-AAD5-55D459A7BB29}">
      <dgm:prSet/>
      <dgm:spPr/>
      <dgm:t>
        <a:bodyPr/>
        <a:lstStyle/>
        <a:p>
          <a:endParaRPr lang="en-US"/>
        </a:p>
      </dgm:t>
    </dgm:pt>
    <dgm:pt modelId="{C1FF057B-8A21-4CF4-88BD-6F165E19F46D}" type="sibTrans" cxnId="{1FDE06C2-A06F-4E0E-AAD5-55D459A7BB29}">
      <dgm:prSet/>
      <dgm:spPr/>
      <dgm:t>
        <a:bodyPr/>
        <a:lstStyle/>
        <a:p>
          <a:endParaRPr lang="en-US"/>
        </a:p>
      </dgm:t>
    </dgm:pt>
    <dgm:pt modelId="{01FC461F-DD5F-41D8-B451-46B7BEFBE1FD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Demonstrating true end to end security</a:t>
          </a:r>
        </a:p>
      </dgm:t>
    </dgm:pt>
    <dgm:pt modelId="{6C03FD29-2542-4CE9-B932-52BFB6B46395}" type="parTrans" cxnId="{EBE838AA-18F4-47F0-BB55-BE86CB8D8E3E}">
      <dgm:prSet/>
      <dgm:spPr/>
      <dgm:t>
        <a:bodyPr/>
        <a:lstStyle/>
        <a:p>
          <a:endParaRPr lang="en-US"/>
        </a:p>
      </dgm:t>
    </dgm:pt>
    <dgm:pt modelId="{EA9B9E57-1CDC-437D-AA4B-B1F34CE36C22}" type="sibTrans" cxnId="{EBE838AA-18F4-47F0-BB55-BE86CB8D8E3E}">
      <dgm:prSet/>
      <dgm:spPr/>
      <dgm:t>
        <a:bodyPr/>
        <a:lstStyle/>
        <a:p>
          <a:endParaRPr lang="en-US"/>
        </a:p>
      </dgm:t>
    </dgm:pt>
    <dgm:pt modelId="{582CB13C-017E-4A88-B3AF-2AF2A4C6A9E1}" type="pres">
      <dgm:prSet presAssocID="{9C90A0D8-2B28-4AF9-B09E-227424004211}" presName="diagram" presStyleCnt="0">
        <dgm:presLayoutVars>
          <dgm:dir/>
          <dgm:resizeHandles val="exact"/>
        </dgm:presLayoutVars>
      </dgm:prSet>
      <dgm:spPr/>
    </dgm:pt>
    <dgm:pt modelId="{9AC01C9F-E889-422E-97AF-710D724B9C83}" type="pres">
      <dgm:prSet presAssocID="{7977EDD7-65CD-4E6C-9753-B60751932F04}" presName="node" presStyleLbl="node1" presStyleIdx="0" presStyleCnt="3">
        <dgm:presLayoutVars>
          <dgm:bulletEnabled val="1"/>
        </dgm:presLayoutVars>
      </dgm:prSet>
      <dgm:spPr/>
    </dgm:pt>
    <dgm:pt modelId="{D0BC5235-86F2-4827-9C16-4BCABD4FD05F}" type="pres">
      <dgm:prSet presAssocID="{5F313015-B67C-4A86-A6DD-78C67A0A5031}" presName="sibTrans" presStyleCnt="0"/>
      <dgm:spPr/>
    </dgm:pt>
    <dgm:pt modelId="{BF9A9DAE-EC86-464A-ACC4-476CA6F1D288}" type="pres">
      <dgm:prSet presAssocID="{3A3D3B78-BEF1-425E-A162-650D01FE2DA5}" presName="node" presStyleLbl="node1" presStyleIdx="1" presStyleCnt="3">
        <dgm:presLayoutVars>
          <dgm:bulletEnabled val="1"/>
        </dgm:presLayoutVars>
      </dgm:prSet>
      <dgm:spPr/>
    </dgm:pt>
    <dgm:pt modelId="{FE6219C3-1F4A-4BC6-AF43-8E00440E2C7C}" type="pres">
      <dgm:prSet presAssocID="{C1FF057B-8A21-4CF4-88BD-6F165E19F46D}" presName="sibTrans" presStyleCnt="0"/>
      <dgm:spPr/>
    </dgm:pt>
    <dgm:pt modelId="{A791C502-69FF-4F1D-A042-7FFAF2707487}" type="pres">
      <dgm:prSet presAssocID="{01FC461F-DD5F-41D8-B451-46B7BEFBE1FD}" presName="node" presStyleLbl="node1" presStyleIdx="2" presStyleCnt="3">
        <dgm:presLayoutVars>
          <dgm:bulletEnabled val="1"/>
        </dgm:presLayoutVars>
      </dgm:prSet>
      <dgm:spPr/>
    </dgm:pt>
  </dgm:ptLst>
  <dgm:cxnLst>
    <dgm:cxn modelId="{4987F610-EFBE-4431-8186-16113AD1D453}" type="presOf" srcId="{3A3D3B78-BEF1-425E-A162-650D01FE2DA5}" destId="{BF9A9DAE-EC86-464A-ACC4-476CA6F1D288}" srcOrd="0" destOrd="0" presId="urn:microsoft.com/office/officeart/2005/8/layout/default"/>
    <dgm:cxn modelId="{1AE83F2B-491D-480A-A4A8-12B2FF9DCED5}" type="presOf" srcId="{7977EDD7-65CD-4E6C-9753-B60751932F04}" destId="{9AC01C9F-E889-422E-97AF-710D724B9C83}" srcOrd="0" destOrd="0" presId="urn:microsoft.com/office/officeart/2005/8/layout/default"/>
    <dgm:cxn modelId="{3582DC33-E4CE-484F-907C-A9C068C41536}" type="presOf" srcId="{01FC461F-DD5F-41D8-B451-46B7BEFBE1FD}" destId="{A791C502-69FF-4F1D-A042-7FFAF2707487}" srcOrd="0" destOrd="0" presId="urn:microsoft.com/office/officeart/2005/8/layout/default"/>
    <dgm:cxn modelId="{65777D92-5976-45C0-90CA-5F7D39DBA8A1}" srcId="{9C90A0D8-2B28-4AF9-B09E-227424004211}" destId="{7977EDD7-65CD-4E6C-9753-B60751932F04}" srcOrd="0" destOrd="0" parTransId="{F30F1D9F-C0BC-4EEE-9EFA-DCE9780864DD}" sibTransId="{5F313015-B67C-4A86-A6DD-78C67A0A5031}"/>
    <dgm:cxn modelId="{EBE838AA-18F4-47F0-BB55-BE86CB8D8E3E}" srcId="{9C90A0D8-2B28-4AF9-B09E-227424004211}" destId="{01FC461F-DD5F-41D8-B451-46B7BEFBE1FD}" srcOrd="2" destOrd="0" parTransId="{6C03FD29-2542-4CE9-B932-52BFB6B46395}" sibTransId="{EA9B9E57-1CDC-437D-AA4B-B1F34CE36C22}"/>
    <dgm:cxn modelId="{1FDE06C2-A06F-4E0E-AAD5-55D459A7BB29}" srcId="{9C90A0D8-2B28-4AF9-B09E-227424004211}" destId="{3A3D3B78-BEF1-425E-A162-650D01FE2DA5}" srcOrd="1" destOrd="0" parTransId="{5F5EF727-9EDA-488D-8C64-C95A337D4BDC}" sibTransId="{C1FF057B-8A21-4CF4-88BD-6F165E19F46D}"/>
    <dgm:cxn modelId="{078D0FC5-E283-499F-B2F0-0E63837B8CCD}" type="presOf" srcId="{9C90A0D8-2B28-4AF9-B09E-227424004211}" destId="{582CB13C-017E-4A88-B3AF-2AF2A4C6A9E1}" srcOrd="0" destOrd="0" presId="urn:microsoft.com/office/officeart/2005/8/layout/default"/>
    <dgm:cxn modelId="{B405C10E-8129-40AB-AE57-9BB9C683334C}" type="presParOf" srcId="{582CB13C-017E-4A88-B3AF-2AF2A4C6A9E1}" destId="{9AC01C9F-E889-422E-97AF-710D724B9C83}" srcOrd="0" destOrd="0" presId="urn:microsoft.com/office/officeart/2005/8/layout/default"/>
    <dgm:cxn modelId="{39696E3F-1D70-4760-9722-1F52317CD781}" type="presParOf" srcId="{582CB13C-017E-4A88-B3AF-2AF2A4C6A9E1}" destId="{D0BC5235-86F2-4827-9C16-4BCABD4FD05F}" srcOrd="1" destOrd="0" presId="urn:microsoft.com/office/officeart/2005/8/layout/default"/>
    <dgm:cxn modelId="{216A3014-B34D-46C0-ADC9-03E6B70E15E2}" type="presParOf" srcId="{582CB13C-017E-4A88-B3AF-2AF2A4C6A9E1}" destId="{BF9A9DAE-EC86-464A-ACC4-476CA6F1D288}" srcOrd="2" destOrd="0" presId="urn:microsoft.com/office/officeart/2005/8/layout/default"/>
    <dgm:cxn modelId="{9B50418D-6E55-4697-928B-10F146FF0774}" type="presParOf" srcId="{582CB13C-017E-4A88-B3AF-2AF2A4C6A9E1}" destId="{FE6219C3-1F4A-4BC6-AF43-8E00440E2C7C}" srcOrd="3" destOrd="0" presId="urn:microsoft.com/office/officeart/2005/8/layout/default"/>
    <dgm:cxn modelId="{D1801D93-0573-4928-A9C1-F8D6A9349F1D}" type="presParOf" srcId="{582CB13C-017E-4A88-B3AF-2AF2A4C6A9E1}" destId="{A791C502-69FF-4F1D-A042-7FFAF2707487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4A147EE-2668-4F06-9682-E5DBAE7BC1FF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C34FA83-63BA-48A8-A7B0-20C85456257C}">
      <dgm:prSet/>
      <dgm:spPr/>
      <dgm:t>
        <a:bodyPr/>
        <a:lstStyle/>
        <a:p>
          <a:r>
            <a:rPr lang="en-US"/>
            <a:t>Implementing secure key exchange</a:t>
          </a:r>
        </a:p>
      </dgm:t>
    </dgm:pt>
    <dgm:pt modelId="{763AFABC-88C4-4F98-BFBC-28816AE5584B}" type="parTrans" cxnId="{DE30FCFD-E65C-48F5-9106-26FBDCDD937B}">
      <dgm:prSet/>
      <dgm:spPr/>
      <dgm:t>
        <a:bodyPr/>
        <a:lstStyle/>
        <a:p>
          <a:endParaRPr lang="en-US"/>
        </a:p>
      </dgm:t>
    </dgm:pt>
    <dgm:pt modelId="{2E83E33A-0341-4D66-8ADB-BDBCF2BB64C3}" type="sibTrans" cxnId="{DE30FCFD-E65C-48F5-9106-26FBDCDD937B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1187E0A9-12B4-41C8-B72A-E3CCDAB7E41A}">
      <dgm:prSet/>
      <dgm:spPr/>
      <dgm:t>
        <a:bodyPr/>
        <a:lstStyle/>
        <a:p>
          <a:r>
            <a:rPr lang="en-US"/>
            <a:t>Managing nonces correctly</a:t>
          </a:r>
        </a:p>
      </dgm:t>
    </dgm:pt>
    <dgm:pt modelId="{5105A5A2-2B0A-4FDD-B40C-713C3577B31D}" type="parTrans" cxnId="{06AF94DE-3645-4F42-8C6B-4A3BD3898D3F}">
      <dgm:prSet/>
      <dgm:spPr/>
      <dgm:t>
        <a:bodyPr/>
        <a:lstStyle/>
        <a:p>
          <a:endParaRPr lang="en-US"/>
        </a:p>
      </dgm:t>
    </dgm:pt>
    <dgm:pt modelId="{4507FF3D-07BE-4DFB-81C5-6709289C7983}" type="sibTrans" cxnId="{06AF94DE-3645-4F42-8C6B-4A3BD3898D3F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7171E48-DDB2-4C43-A03D-6FD689D82049}">
      <dgm:prSet/>
      <dgm:spPr/>
      <dgm:t>
        <a:bodyPr/>
        <a:lstStyle/>
        <a:p>
          <a:r>
            <a:rPr lang="en-US"/>
            <a:t>Handling encryption errors</a:t>
          </a:r>
        </a:p>
      </dgm:t>
    </dgm:pt>
    <dgm:pt modelId="{52AE6ABF-0198-45D4-8629-D790C2F65E20}" type="parTrans" cxnId="{077A9B1E-CA22-49ED-AFB2-F4BFC963A118}">
      <dgm:prSet/>
      <dgm:spPr/>
      <dgm:t>
        <a:bodyPr/>
        <a:lstStyle/>
        <a:p>
          <a:endParaRPr lang="en-US"/>
        </a:p>
      </dgm:t>
    </dgm:pt>
    <dgm:pt modelId="{41E4B826-8B97-4D1C-BADD-6658AD31082F}" type="sibTrans" cxnId="{077A9B1E-CA22-49ED-AFB2-F4BFC963A118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2930FA48-ACE1-4932-AF8C-F6E2E0EF7FCF}">
      <dgm:prSet/>
      <dgm:spPr/>
      <dgm:t>
        <a:bodyPr/>
        <a:lstStyle/>
        <a:p>
          <a:r>
            <a:rPr lang="en-US"/>
            <a:t>Debugging encrypted data flow</a:t>
          </a:r>
        </a:p>
      </dgm:t>
    </dgm:pt>
    <dgm:pt modelId="{3F96EB66-B364-4B99-9848-616076462C18}" type="parTrans" cxnId="{20E6173D-AB29-42D9-B012-D0F622C4A775}">
      <dgm:prSet/>
      <dgm:spPr/>
      <dgm:t>
        <a:bodyPr/>
        <a:lstStyle/>
        <a:p>
          <a:endParaRPr lang="en-US"/>
        </a:p>
      </dgm:t>
    </dgm:pt>
    <dgm:pt modelId="{1A4DB036-6EC0-4D86-B828-4063577571F5}" type="sibTrans" cxnId="{20E6173D-AB29-42D9-B012-D0F622C4A775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757618DF-5A75-43E4-9626-119CEF90BD45}" type="pres">
      <dgm:prSet presAssocID="{74A147EE-2668-4F06-9682-E5DBAE7BC1FF}" presName="Name0" presStyleCnt="0">
        <dgm:presLayoutVars>
          <dgm:animLvl val="lvl"/>
          <dgm:resizeHandles val="exact"/>
        </dgm:presLayoutVars>
      </dgm:prSet>
      <dgm:spPr/>
    </dgm:pt>
    <dgm:pt modelId="{497B9B9E-95EE-4D9D-A838-AEB9E37AB1E7}" type="pres">
      <dgm:prSet presAssocID="{9C34FA83-63BA-48A8-A7B0-20C85456257C}" presName="compositeNode" presStyleCnt="0">
        <dgm:presLayoutVars>
          <dgm:bulletEnabled val="1"/>
        </dgm:presLayoutVars>
      </dgm:prSet>
      <dgm:spPr/>
    </dgm:pt>
    <dgm:pt modelId="{E3B1DFE1-046E-48DB-9E90-9A1CB96E6DF4}" type="pres">
      <dgm:prSet presAssocID="{9C34FA83-63BA-48A8-A7B0-20C85456257C}" presName="bgRect" presStyleLbl="bgAccFollowNode1" presStyleIdx="0" presStyleCnt="4"/>
      <dgm:spPr/>
    </dgm:pt>
    <dgm:pt modelId="{C802A43B-98EA-477D-8C18-89E9E70DEF7B}" type="pres">
      <dgm:prSet presAssocID="{2E83E33A-0341-4D66-8ADB-BDBCF2BB64C3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69B627C2-8861-4A9C-AC7F-4DBB8DFCF0C6}" type="pres">
      <dgm:prSet presAssocID="{9C34FA83-63BA-48A8-A7B0-20C85456257C}" presName="bottomLine" presStyleLbl="alignNode1" presStyleIdx="1" presStyleCnt="8">
        <dgm:presLayoutVars/>
      </dgm:prSet>
      <dgm:spPr/>
    </dgm:pt>
    <dgm:pt modelId="{2E23BDD1-4FC0-4CA3-BC7E-AF82D630DC93}" type="pres">
      <dgm:prSet presAssocID="{9C34FA83-63BA-48A8-A7B0-20C85456257C}" presName="nodeText" presStyleLbl="bgAccFollowNode1" presStyleIdx="0" presStyleCnt="4">
        <dgm:presLayoutVars>
          <dgm:bulletEnabled val="1"/>
        </dgm:presLayoutVars>
      </dgm:prSet>
      <dgm:spPr/>
    </dgm:pt>
    <dgm:pt modelId="{763BB6EA-5EAC-42D4-8CA8-45114DA95082}" type="pres">
      <dgm:prSet presAssocID="{2E83E33A-0341-4D66-8ADB-BDBCF2BB64C3}" presName="sibTrans" presStyleCnt="0"/>
      <dgm:spPr/>
    </dgm:pt>
    <dgm:pt modelId="{AE1571F9-BA40-44D0-B30F-4FB83F7F565E}" type="pres">
      <dgm:prSet presAssocID="{1187E0A9-12B4-41C8-B72A-E3CCDAB7E41A}" presName="compositeNode" presStyleCnt="0">
        <dgm:presLayoutVars>
          <dgm:bulletEnabled val="1"/>
        </dgm:presLayoutVars>
      </dgm:prSet>
      <dgm:spPr/>
    </dgm:pt>
    <dgm:pt modelId="{ECCACB29-A9AA-4544-961A-36F51A5916CE}" type="pres">
      <dgm:prSet presAssocID="{1187E0A9-12B4-41C8-B72A-E3CCDAB7E41A}" presName="bgRect" presStyleLbl="bgAccFollowNode1" presStyleIdx="1" presStyleCnt="4"/>
      <dgm:spPr/>
    </dgm:pt>
    <dgm:pt modelId="{AF73D601-954C-474B-9925-EC5C87A77618}" type="pres">
      <dgm:prSet presAssocID="{4507FF3D-07BE-4DFB-81C5-6709289C7983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0557BD6C-0839-459C-9215-9E0FDF294830}" type="pres">
      <dgm:prSet presAssocID="{1187E0A9-12B4-41C8-B72A-E3CCDAB7E41A}" presName="bottomLine" presStyleLbl="alignNode1" presStyleIdx="3" presStyleCnt="8">
        <dgm:presLayoutVars/>
      </dgm:prSet>
      <dgm:spPr/>
    </dgm:pt>
    <dgm:pt modelId="{47A587D9-EB69-44F4-8958-A0D179539428}" type="pres">
      <dgm:prSet presAssocID="{1187E0A9-12B4-41C8-B72A-E3CCDAB7E41A}" presName="nodeText" presStyleLbl="bgAccFollowNode1" presStyleIdx="1" presStyleCnt="4">
        <dgm:presLayoutVars>
          <dgm:bulletEnabled val="1"/>
        </dgm:presLayoutVars>
      </dgm:prSet>
      <dgm:spPr/>
    </dgm:pt>
    <dgm:pt modelId="{9AAACC2A-6D6E-42F6-9E95-88DD31967C31}" type="pres">
      <dgm:prSet presAssocID="{4507FF3D-07BE-4DFB-81C5-6709289C7983}" presName="sibTrans" presStyleCnt="0"/>
      <dgm:spPr/>
    </dgm:pt>
    <dgm:pt modelId="{DBBB98F6-5562-4F52-85F9-6927049CF2B0}" type="pres">
      <dgm:prSet presAssocID="{C7171E48-DDB2-4C43-A03D-6FD689D82049}" presName="compositeNode" presStyleCnt="0">
        <dgm:presLayoutVars>
          <dgm:bulletEnabled val="1"/>
        </dgm:presLayoutVars>
      </dgm:prSet>
      <dgm:spPr/>
    </dgm:pt>
    <dgm:pt modelId="{DA828AC5-42C2-4095-B256-41F5314FCFD6}" type="pres">
      <dgm:prSet presAssocID="{C7171E48-DDB2-4C43-A03D-6FD689D82049}" presName="bgRect" presStyleLbl="bgAccFollowNode1" presStyleIdx="2" presStyleCnt="4"/>
      <dgm:spPr/>
    </dgm:pt>
    <dgm:pt modelId="{D4FF2A30-CE94-4E2F-9C21-178682CB8A5F}" type="pres">
      <dgm:prSet presAssocID="{41E4B826-8B97-4D1C-BADD-6658AD31082F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DDCF0156-FFBD-4DE3-92A7-8FE4EE653499}" type="pres">
      <dgm:prSet presAssocID="{C7171E48-DDB2-4C43-A03D-6FD689D82049}" presName="bottomLine" presStyleLbl="alignNode1" presStyleIdx="5" presStyleCnt="8">
        <dgm:presLayoutVars/>
      </dgm:prSet>
      <dgm:spPr/>
    </dgm:pt>
    <dgm:pt modelId="{F92EA478-E8AD-4485-8009-9A7E2AB81D13}" type="pres">
      <dgm:prSet presAssocID="{C7171E48-DDB2-4C43-A03D-6FD689D82049}" presName="nodeText" presStyleLbl="bgAccFollowNode1" presStyleIdx="2" presStyleCnt="4">
        <dgm:presLayoutVars>
          <dgm:bulletEnabled val="1"/>
        </dgm:presLayoutVars>
      </dgm:prSet>
      <dgm:spPr/>
    </dgm:pt>
    <dgm:pt modelId="{C21E194C-EF68-4931-83CA-05F45241D7C6}" type="pres">
      <dgm:prSet presAssocID="{41E4B826-8B97-4D1C-BADD-6658AD31082F}" presName="sibTrans" presStyleCnt="0"/>
      <dgm:spPr/>
    </dgm:pt>
    <dgm:pt modelId="{0A127E8C-676C-4C27-803B-DE0876E387A3}" type="pres">
      <dgm:prSet presAssocID="{2930FA48-ACE1-4932-AF8C-F6E2E0EF7FCF}" presName="compositeNode" presStyleCnt="0">
        <dgm:presLayoutVars>
          <dgm:bulletEnabled val="1"/>
        </dgm:presLayoutVars>
      </dgm:prSet>
      <dgm:spPr/>
    </dgm:pt>
    <dgm:pt modelId="{AAB9BA4B-6D6F-4FD8-8E2B-5E0F7233408F}" type="pres">
      <dgm:prSet presAssocID="{2930FA48-ACE1-4932-AF8C-F6E2E0EF7FCF}" presName="bgRect" presStyleLbl="bgAccFollowNode1" presStyleIdx="3" presStyleCnt="4"/>
      <dgm:spPr/>
    </dgm:pt>
    <dgm:pt modelId="{270B76B1-849D-4D46-B469-F4C399B7D23C}" type="pres">
      <dgm:prSet presAssocID="{1A4DB036-6EC0-4D86-B828-4063577571F5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353BAABA-45A4-430C-B429-10382C557F26}" type="pres">
      <dgm:prSet presAssocID="{2930FA48-ACE1-4932-AF8C-F6E2E0EF7FCF}" presName="bottomLine" presStyleLbl="alignNode1" presStyleIdx="7" presStyleCnt="8">
        <dgm:presLayoutVars/>
      </dgm:prSet>
      <dgm:spPr/>
    </dgm:pt>
    <dgm:pt modelId="{63B7526A-4668-44AE-82C8-FB00A0449750}" type="pres">
      <dgm:prSet presAssocID="{2930FA48-ACE1-4932-AF8C-F6E2E0EF7FCF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536BE90B-5712-4D11-8E18-38113AFA81A3}" type="presOf" srcId="{1187E0A9-12B4-41C8-B72A-E3CCDAB7E41A}" destId="{47A587D9-EB69-44F4-8958-A0D179539428}" srcOrd="1" destOrd="0" presId="urn:microsoft.com/office/officeart/2016/7/layout/BasicLinearProcessNumbered"/>
    <dgm:cxn modelId="{56715617-DF75-49AD-A6F7-FDF355303411}" type="presOf" srcId="{9C34FA83-63BA-48A8-A7B0-20C85456257C}" destId="{2E23BDD1-4FC0-4CA3-BC7E-AF82D630DC93}" srcOrd="1" destOrd="0" presId="urn:microsoft.com/office/officeart/2016/7/layout/BasicLinearProcessNumbered"/>
    <dgm:cxn modelId="{077A9B1E-CA22-49ED-AFB2-F4BFC963A118}" srcId="{74A147EE-2668-4F06-9682-E5DBAE7BC1FF}" destId="{C7171E48-DDB2-4C43-A03D-6FD689D82049}" srcOrd="2" destOrd="0" parTransId="{52AE6ABF-0198-45D4-8629-D790C2F65E20}" sibTransId="{41E4B826-8B97-4D1C-BADD-6658AD31082F}"/>
    <dgm:cxn modelId="{20CEE834-683B-43A3-A41F-35B87AB05307}" type="presOf" srcId="{74A147EE-2668-4F06-9682-E5DBAE7BC1FF}" destId="{757618DF-5A75-43E4-9626-119CEF90BD45}" srcOrd="0" destOrd="0" presId="urn:microsoft.com/office/officeart/2016/7/layout/BasicLinearProcessNumbered"/>
    <dgm:cxn modelId="{20E6173D-AB29-42D9-B012-D0F622C4A775}" srcId="{74A147EE-2668-4F06-9682-E5DBAE7BC1FF}" destId="{2930FA48-ACE1-4932-AF8C-F6E2E0EF7FCF}" srcOrd="3" destOrd="0" parTransId="{3F96EB66-B364-4B99-9848-616076462C18}" sibTransId="{1A4DB036-6EC0-4D86-B828-4063577571F5}"/>
    <dgm:cxn modelId="{99CF2C4A-863A-4777-8762-5F7C2FCAD834}" type="presOf" srcId="{C7171E48-DDB2-4C43-A03D-6FD689D82049}" destId="{DA828AC5-42C2-4095-B256-41F5314FCFD6}" srcOrd="0" destOrd="0" presId="urn:microsoft.com/office/officeart/2016/7/layout/BasicLinearProcessNumbered"/>
    <dgm:cxn modelId="{BE8D4A51-B6D2-4CDE-9A47-0C4571CDA9CA}" type="presOf" srcId="{2E83E33A-0341-4D66-8ADB-BDBCF2BB64C3}" destId="{C802A43B-98EA-477D-8C18-89E9E70DEF7B}" srcOrd="0" destOrd="0" presId="urn:microsoft.com/office/officeart/2016/7/layout/BasicLinearProcessNumbered"/>
    <dgm:cxn modelId="{3EF42598-5221-434B-89BD-2173637A96A5}" type="presOf" srcId="{2930FA48-ACE1-4932-AF8C-F6E2E0EF7FCF}" destId="{AAB9BA4B-6D6F-4FD8-8E2B-5E0F7233408F}" srcOrd="0" destOrd="0" presId="urn:microsoft.com/office/officeart/2016/7/layout/BasicLinearProcessNumbered"/>
    <dgm:cxn modelId="{43BE2CB0-7033-40DC-8E7C-2221414C4BA8}" type="presOf" srcId="{1187E0A9-12B4-41C8-B72A-E3CCDAB7E41A}" destId="{ECCACB29-A9AA-4544-961A-36F51A5916CE}" srcOrd="0" destOrd="0" presId="urn:microsoft.com/office/officeart/2016/7/layout/BasicLinearProcessNumbered"/>
    <dgm:cxn modelId="{11E0CEB0-52DC-4E3D-9EA1-3523463AA72D}" type="presOf" srcId="{1A4DB036-6EC0-4D86-B828-4063577571F5}" destId="{270B76B1-849D-4D46-B469-F4C399B7D23C}" srcOrd="0" destOrd="0" presId="urn:microsoft.com/office/officeart/2016/7/layout/BasicLinearProcessNumbered"/>
    <dgm:cxn modelId="{18B37AB4-F6FD-4DFC-97B6-99227621506C}" type="presOf" srcId="{2930FA48-ACE1-4932-AF8C-F6E2E0EF7FCF}" destId="{63B7526A-4668-44AE-82C8-FB00A0449750}" srcOrd="1" destOrd="0" presId="urn:microsoft.com/office/officeart/2016/7/layout/BasicLinearProcessNumbered"/>
    <dgm:cxn modelId="{AC7114BD-A89A-4019-965A-E759DEEF8A71}" type="presOf" srcId="{41E4B826-8B97-4D1C-BADD-6658AD31082F}" destId="{D4FF2A30-CE94-4E2F-9C21-178682CB8A5F}" srcOrd="0" destOrd="0" presId="urn:microsoft.com/office/officeart/2016/7/layout/BasicLinearProcessNumbered"/>
    <dgm:cxn modelId="{2444EFD7-CA4F-4345-9EA8-442E4E68407D}" type="presOf" srcId="{C7171E48-DDB2-4C43-A03D-6FD689D82049}" destId="{F92EA478-E8AD-4485-8009-9A7E2AB81D13}" srcOrd="1" destOrd="0" presId="urn:microsoft.com/office/officeart/2016/7/layout/BasicLinearProcessNumbered"/>
    <dgm:cxn modelId="{077ED7D8-5796-4CE6-96A5-629E9E609BA6}" type="presOf" srcId="{9C34FA83-63BA-48A8-A7B0-20C85456257C}" destId="{E3B1DFE1-046E-48DB-9E90-9A1CB96E6DF4}" srcOrd="0" destOrd="0" presId="urn:microsoft.com/office/officeart/2016/7/layout/BasicLinearProcessNumbered"/>
    <dgm:cxn modelId="{06AF94DE-3645-4F42-8C6B-4A3BD3898D3F}" srcId="{74A147EE-2668-4F06-9682-E5DBAE7BC1FF}" destId="{1187E0A9-12B4-41C8-B72A-E3CCDAB7E41A}" srcOrd="1" destOrd="0" parTransId="{5105A5A2-2B0A-4FDD-B40C-713C3577B31D}" sibTransId="{4507FF3D-07BE-4DFB-81C5-6709289C7983}"/>
    <dgm:cxn modelId="{E0C07EE5-8E84-4857-A806-134A06660E4A}" type="presOf" srcId="{4507FF3D-07BE-4DFB-81C5-6709289C7983}" destId="{AF73D601-954C-474B-9925-EC5C87A77618}" srcOrd="0" destOrd="0" presId="urn:microsoft.com/office/officeart/2016/7/layout/BasicLinearProcessNumbered"/>
    <dgm:cxn modelId="{DE30FCFD-E65C-48F5-9106-26FBDCDD937B}" srcId="{74A147EE-2668-4F06-9682-E5DBAE7BC1FF}" destId="{9C34FA83-63BA-48A8-A7B0-20C85456257C}" srcOrd="0" destOrd="0" parTransId="{763AFABC-88C4-4F98-BFBC-28816AE5584B}" sibTransId="{2E83E33A-0341-4D66-8ADB-BDBCF2BB64C3}"/>
    <dgm:cxn modelId="{9B73E604-1D37-437C-A45D-053403DAA885}" type="presParOf" srcId="{757618DF-5A75-43E4-9626-119CEF90BD45}" destId="{497B9B9E-95EE-4D9D-A838-AEB9E37AB1E7}" srcOrd="0" destOrd="0" presId="urn:microsoft.com/office/officeart/2016/7/layout/BasicLinearProcessNumbered"/>
    <dgm:cxn modelId="{A4882803-AB5C-499D-B4C6-5B494BEDCE40}" type="presParOf" srcId="{497B9B9E-95EE-4D9D-A838-AEB9E37AB1E7}" destId="{E3B1DFE1-046E-48DB-9E90-9A1CB96E6DF4}" srcOrd="0" destOrd="0" presId="urn:microsoft.com/office/officeart/2016/7/layout/BasicLinearProcessNumbered"/>
    <dgm:cxn modelId="{4720C3A3-D930-4CFD-9619-B5F4F216D2F8}" type="presParOf" srcId="{497B9B9E-95EE-4D9D-A838-AEB9E37AB1E7}" destId="{C802A43B-98EA-477D-8C18-89E9E70DEF7B}" srcOrd="1" destOrd="0" presId="urn:microsoft.com/office/officeart/2016/7/layout/BasicLinearProcessNumbered"/>
    <dgm:cxn modelId="{F8ABB8DA-A4D6-4DB6-AF05-44D633D9347D}" type="presParOf" srcId="{497B9B9E-95EE-4D9D-A838-AEB9E37AB1E7}" destId="{69B627C2-8861-4A9C-AC7F-4DBB8DFCF0C6}" srcOrd="2" destOrd="0" presId="urn:microsoft.com/office/officeart/2016/7/layout/BasicLinearProcessNumbered"/>
    <dgm:cxn modelId="{F4C9B941-DCC3-4130-AF99-A2AC4BA61255}" type="presParOf" srcId="{497B9B9E-95EE-4D9D-A838-AEB9E37AB1E7}" destId="{2E23BDD1-4FC0-4CA3-BC7E-AF82D630DC93}" srcOrd="3" destOrd="0" presId="urn:microsoft.com/office/officeart/2016/7/layout/BasicLinearProcessNumbered"/>
    <dgm:cxn modelId="{5D163CB8-BA70-4B46-B278-C864AF6B6F92}" type="presParOf" srcId="{757618DF-5A75-43E4-9626-119CEF90BD45}" destId="{763BB6EA-5EAC-42D4-8CA8-45114DA95082}" srcOrd="1" destOrd="0" presId="urn:microsoft.com/office/officeart/2016/7/layout/BasicLinearProcessNumbered"/>
    <dgm:cxn modelId="{ACE35520-8668-4DEA-86CE-E03D88273147}" type="presParOf" srcId="{757618DF-5A75-43E4-9626-119CEF90BD45}" destId="{AE1571F9-BA40-44D0-B30F-4FB83F7F565E}" srcOrd="2" destOrd="0" presId="urn:microsoft.com/office/officeart/2016/7/layout/BasicLinearProcessNumbered"/>
    <dgm:cxn modelId="{EDAC0157-9DF1-4E15-952B-3C48D04CCEDC}" type="presParOf" srcId="{AE1571F9-BA40-44D0-B30F-4FB83F7F565E}" destId="{ECCACB29-A9AA-4544-961A-36F51A5916CE}" srcOrd="0" destOrd="0" presId="urn:microsoft.com/office/officeart/2016/7/layout/BasicLinearProcessNumbered"/>
    <dgm:cxn modelId="{9330E810-9701-433F-B4AC-C5A796602789}" type="presParOf" srcId="{AE1571F9-BA40-44D0-B30F-4FB83F7F565E}" destId="{AF73D601-954C-474B-9925-EC5C87A77618}" srcOrd="1" destOrd="0" presId="urn:microsoft.com/office/officeart/2016/7/layout/BasicLinearProcessNumbered"/>
    <dgm:cxn modelId="{5781E302-B2EB-47AE-A982-D8DC9BD28F6E}" type="presParOf" srcId="{AE1571F9-BA40-44D0-B30F-4FB83F7F565E}" destId="{0557BD6C-0839-459C-9215-9E0FDF294830}" srcOrd="2" destOrd="0" presId="urn:microsoft.com/office/officeart/2016/7/layout/BasicLinearProcessNumbered"/>
    <dgm:cxn modelId="{C7F83ACA-4C09-4101-ACBE-FAD328A6B1D4}" type="presParOf" srcId="{AE1571F9-BA40-44D0-B30F-4FB83F7F565E}" destId="{47A587D9-EB69-44F4-8958-A0D179539428}" srcOrd="3" destOrd="0" presId="urn:microsoft.com/office/officeart/2016/7/layout/BasicLinearProcessNumbered"/>
    <dgm:cxn modelId="{834866C2-6327-454F-959D-16D3A407F365}" type="presParOf" srcId="{757618DF-5A75-43E4-9626-119CEF90BD45}" destId="{9AAACC2A-6D6E-42F6-9E95-88DD31967C31}" srcOrd="3" destOrd="0" presId="urn:microsoft.com/office/officeart/2016/7/layout/BasicLinearProcessNumbered"/>
    <dgm:cxn modelId="{EEDD8FA9-851A-49B2-99AE-4CFF06D42278}" type="presParOf" srcId="{757618DF-5A75-43E4-9626-119CEF90BD45}" destId="{DBBB98F6-5562-4F52-85F9-6927049CF2B0}" srcOrd="4" destOrd="0" presId="urn:microsoft.com/office/officeart/2016/7/layout/BasicLinearProcessNumbered"/>
    <dgm:cxn modelId="{D8224921-A443-4CB5-81FC-B7F0AC7E0AC5}" type="presParOf" srcId="{DBBB98F6-5562-4F52-85F9-6927049CF2B0}" destId="{DA828AC5-42C2-4095-B256-41F5314FCFD6}" srcOrd="0" destOrd="0" presId="urn:microsoft.com/office/officeart/2016/7/layout/BasicLinearProcessNumbered"/>
    <dgm:cxn modelId="{0EF05FA8-5759-4596-9506-4AC8BAE88AED}" type="presParOf" srcId="{DBBB98F6-5562-4F52-85F9-6927049CF2B0}" destId="{D4FF2A30-CE94-4E2F-9C21-178682CB8A5F}" srcOrd="1" destOrd="0" presId="urn:microsoft.com/office/officeart/2016/7/layout/BasicLinearProcessNumbered"/>
    <dgm:cxn modelId="{4D28D92A-CB71-4DA1-AA15-CF4116C05EA3}" type="presParOf" srcId="{DBBB98F6-5562-4F52-85F9-6927049CF2B0}" destId="{DDCF0156-FFBD-4DE3-92A7-8FE4EE653499}" srcOrd="2" destOrd="0" presId="urn:microsoft.com/office/officeart/2016/7/layout/BasicLinearProcessNumbered"/>
    <dgm:cxn modelId="{07699A71-AB53-4CB3-8F30-86FFBDF92FCA}" type="presParOf" srcId="{DBBB98F6-5562-4F52-85F9-6927049CF2B0}" destId="{F92EA478-E8AD-4485-8009-9A7E2AB81D13}" srcOrd="3" destOrd="0" presId="urn:microsoft.com/office/officeart/2016/7/layout/BasicLinearProcessNumbered"/>
    <dgm:cxn modelId="{9C25FB71-AFA9-4BD2-AC38-FFE6859DFC79}" type="presParOf" srcId="{757618DF-5A75-43E4-9626-119CEF90BD45}" destId="{C21E194C-EF68-4931-83CA-05F45241D7C6}" srcOrd="5" destOrd="0" presId="urn:microsoft.com/office/officeart/2016/7/layout/BasicLinearProcessNumbered"/>
    <dgm:cxn modelId="{7D188C35-09EB-4238-B1C5-F274F56E1098}" type="presParOf" srcId="{757618DF-5A75-43E4-9626-119CEF90BD45}" destId="{0A127E8C-676C-4C27-803B-DE0876E387A3}" srcOrd="6" destOrd="0" presId="urn:microsoft.com/office/officeart/2016/7/layout/BasicLinearProcessNumbered"/>
    <dgm:cxn modelId="{55AE7EFB-E0B2-432F-B6F3-1C242E89CFE3}" type="presParOf" srcId="{0A127E8C-676C-4C27-803B-DE0876E387A3}" destId="{AAB9BA4B-6D6F-4FD8-8E2B-5E0F7233408F}" srcOrd="0" destOrd="0" presId="urn:microsoft.com/office/officeart/2016/7/layout/BasicLinearProcessNumbered"/>
    <dgm:cxn modelId="{2A5702EC-3D72-445E-8E38-F6457E91AF17}" type="presParOf" srcId="{0A127E8C-676C-4C27-803B-DE0876E387A3}" destId="{270B76B1-849D-4D46-B469-F4C399B7D23C}" srcOrd="1" destOrd="0" presId="urn:microsoft.com/office/officeart/2016/7/layout/BasicLinearProcessNumbered"/>
    <dgm:cxn modelId="{D11A0D9D-F8D7-41E3-BAED-EB4D38212A74}" type="presParOf" srcId="{0A127E8C-676C-4C27-803B-DE0876E387A3}" destId="{353BAABA-45A4-430C-B429-10382C557F26}" srcOrd="2" destOrd="0" presId="urn:microsoft.com/office/officeart/2016/7/layout/BasicLinearProcessNumbered"/>
    <dgm:cxn modelId="{461A6735-6C2B-4153-9BF3-F524292946C3}" type="presParOf" srcId="{0A127E8C-676C-4C27-803B-DE0876E387A3}" destId="{63B7526A-4668-44AE-82C8-FB00A0449750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B788354-4DE9-490E-9745-7B16D88331D1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08B64B4E-B831-481C-80BD-014539CC43FE}">
      <dgm:prSet/>
      <dgm:spPr/>
      <dgm:t>
        <a:bodyPr/>
        <a:lstStyle/>
        <a:p>
          <a:r>
            <a:rPr lang="en-US"/>
            <a:t>Functional encrypted chat system</a:t>
          </a:r>
        </a:p>
      </dgm:t>
    </dgm:pt>
    <dgm:pt modelId="{D2394262-F9C5-4BD1-B894-60420FCE1A1C}" type="parTrans" cxnId="{93EE032F-3E63-46A6-BC3C-22B815167AF8}">
      <dgm:prSet/>
      <dgm:spPr/>
      <dgm:t>
        <a:bodyPr/>
        <a:lstStyle/>
        <a:p>
          <a:endParaRPr lang="en-US"/>
        </a:p>
      </dgm:t>
    </dgm:pt>
    <dgm:pt modelId="{062C9550-72CA-49EB-AD50-0323D9C23DB9}" type="sibTrans" cxnId="{93EE032F-3E63-46A6-BC3C-22B815167AF8}">
      <dgm:prSet/>
      <dgm:spPr/>
      <dgm:t>
        <a:bodyPr/>
        <a:lstStyle/>
        <a:p>
          <a:endParaRPr lang="en-US"/>
        </a:p>
      </dgm:t>
    </dgm:pt>
    <dgm:pt modelId="{708079E3-FA42-4AE1-9D90-83A700D6354C}">
      <dgm:prSet/>
      <dgm:spPr/>
      <dgm:t>
        <a:bodyPr/>
        <a:lstStyle/>
        <a:p>
          <a:r>
            <a:rPr lang="en-US"/>
            <a:t>Server cannot read messages</a:t>
          </a:r>
        </a:p>
      </dgm:t>
    </dgm:pt>
    <dgm:pt modelId="{0BDD86D0-FCB8-41BC-9BE4-9C285C1695D8}" type="parTrans" cxnId="{DA2D3826-5C1D-41D4-ADDB-C4DB7C18604A}">
      <dgm:prSet/>
      <dgm:spPr/>
      <dgm:t>
        <a:bodyPr/>
        <a:lstStyle/>
        <a:p>
          <a:endParaRPr lang="en-US"/>
        </a:p>
      </dgm:t>
    </dgm:pt>
    <dgm:pt modelId="{C3E3BC89-FF20-4D09-B8E1-CD6154EBE24B}" type="sibTrans" cxnId="{DA2D3826-5C1D-41D4-ADDB-C4DB7C18604A}">
      <dgm:prSet/>
      <dgm:spPr/>
      <dgm:t>
        <a:bodyPr/>
        <a:lstStyle/>
        <a:p>
          <a:endParaRPr lang="en-US"/>
        </a:p>
      </dgm:t>
    </dgm:pt>
    <dgm:pt modelId="{58E148FE-60EF-44E0-A5D9-973FA5C4B8CF}">
      <dgm:prSet/>
      <dgm:spPr/>
      <dgm:t>
        <a:bodyPr/>
        <a:lstStyle/>
        <a:p>
          <a:r>
            <a:rPr lang="en-US"/>
            <a:t>Authentication prevents tampering</a:t>
          </a:r>
        </a:p>
      </dgm:t>
    </dgm:pt>
    <dgm:pt modelId="{A9B089CA-9B8C-422F-9A13-C00D1E4B33B2}" type="parTrans" cxnId="{341E48B4-16EF-48E0-A15F-14108081E110}">
      <dgm:prSet/>
      <dgm:spPr/>
      <dgm:t>
        <a:bodyPr/>
        <a:lstStyle/>
        <a:p>
          <a:endParaRPr lang="en-US"/>
        </a:p>
      </dgm:t>
    </dgm:pt>
    <dgm:pt modelId="{7027EF97-F9B4-45E1-9BB6-D1048EBFA1F9}" type="sibTrans" cxnId="{341E48B4-16EF-48E0-A15F-14108081E110}">
      <dgm:prSet/>
      <dgm:spPr/>
      <dgm:t>
        <a:bodyPr/>
        <a:lstStyle/>
        <a:p>
          <a:endParaRPr lang="en-US"/>
        </a:p>
      </dgm:t>
    </dgm:pt>
    <dgm:pt modelId="{D98DB2A6-56B1-4AED-99DB-546072AF7E11}">
      <dgm:prSet/>
      <dgm:spPr/>
      <dgm:t>
        <a:bodyPr/>
        <a:lstStyle/>
        <a:p>
          <a:r>
            <a:rPr lang="en-US"/>
            <a:t>Successful message exchange</a:t>
          </a:r>
        </a:p>
      </dgm:t>
    </dgm:pt>
    <dgm:pt modelId="{6B7EFFD7-4AB5-40D4-8FD8-2EFFEC986081}" type="parTrans" cxnId="{A52E4A84-8B92-4A0D-B442-505C3834C03D}">
      <dgm:prSet/>
      <dgm:spPr/>
      <dgm:t>
        <a:bodyPr/>
        <a:lstStyle/>
        <a:p>
          <a:endParaRPr lang="en-US"/>
        </a:p>
      </dgm:t>
    </dgm:pt>
    <dgm:pt modelId="{8B33AD78-3F5A-4CEE-9EDE-15903F4B52F9}" type="sibTrans" cxnId="{A52E4A84-8B92-4A0D-B442-505C3834C03D}">
      <dgm:prSet/>
      <dgm:spPr/>
      <dgm:t>
        <a:bodyPr/>
        <a:lstStyle/>
        <a:p>
          <a:endParaRPr lang="en-US"/>
        </a:p>
      </dgm:t>
    </dgm:pt>
    <dgm:pt modelId="{17060D3D-90C9-4F48-A32F-977B6D9BE790}" type="pres">
      <dgm:prSet presAssocID="{AB788354-4DE9-490E-9745-7B16D88331D1}" presName="root" presStyleCnt="0">
        <dgm:presLayoutVars>
          <dgm:dir/>
          <dgm:resizeHandles val="exact"/>
        </dgm:presLayoutVars>
      </dgm:prSet>
      <dgm:spPr/>
    </dgm:pt>
    <dgm:pt modelId="{20264572-958B-4923-874A-D697CA73E010}" type="pres">
      <dgm:prSet presAssocID="{08B64B4E-B831-481C-80BD-014539CC43FE}" presName="compNode" presStyleCnt="0"/>
      <dgm:spPr/>
    </dgm:pt>
    <dgm:pt modelId="{48B9616F-E7B9-4B5C-8198-EA340E6527B9}" type="pres">
      <dgm:prSet presAssocID="{08B64B4E-B831-481C-80BD-014539CC43FE}" presName="bgRect" presStyleLbl="bgShp" presStyleIdx="0" presStyleCnt="4"/>
      <dgm:spPr/>
    </dgm:pt>
    <dgm:pt modelId="{44C02543-46E1-4DA7-8D02-A665A2125724}" type="pres">
      <dgm:prSet presAssocID="{08B64B4E-B831-481C-80BD-014539CC43F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5E53D24A-32F8-4C7F-93EF-3A1803611218}" type="pres">
      <dgm:prSet presAssocID="{08B64B4E-B831-481C-80BD-014539CC43FE}" presName="spaceRect" presStyleCnt="0"/>
      <dgm:spPr/>
    </dgm:pt>
    <dgm:pt modelId="{447DE546-626C-4ED0-876F-5ED932DB6991}" type="pres">
      <dgm:prSet presAssocID="{08B64B4E-B831-481C-80BD-014539CC43FE}" presName="parTx" presStyleLbl="revTx" presStyleIdx="0" presStyleCnt="4">
        <dgm:presLayoutVars>
          <dgm:chMax val="0"/>
          <dgm:chPref val="0"/>
        </dgm:presLayoutVars>
      </dgm:prSet>
      <dgm:spPr/>
    </dgm:pt>
    <dgm:pt modelId="{0D028AF2-AAE3-4035-928D-EEE83DDDFD4E}" type="pres">
      <dgm:prSet presAssocID="{062C9550-72CA-49EB-AD50-0323D9C23DB9}" presName="sibTrans" presStyleCnt="0"/>
      <dgm:spPr/>
    </dgm:pt>
    <dgm:pt modelId="{127E0D61-55B8-4990-ABA6-1BEE39BF4A95}" type="pres">
      <dgm:prSet presAssocID="{708079E3-FA42-4AE1-9D90-83A700D6354C}" presName="compNode" presStyleCnt="0"/>
      <dgm:spPr/>
    </dgm:pt>
    <dgm:pt modelId="{A8D5B2D9-CFD0-4B91-8E95-330FAA4E5D3C}" type="pres">
      <dgm:prSet presAssocID="{708079E3-FA42-4AE1-9D90-83A700D6354C}" presName="bgRect" presStyleLbl="bgShp" presStyleIdx="1" presStyleCnt="4"/>
      <dgm:spPr/>
    </dgm:pt>
    <dgm:pt modelId="{7A4608A4-BD97-4E4E-8F5F-584C55203B1C}" type="pres">
      <dgm:prSet presAssocID="{708079E3-FA42-4AE1-9D90-83A700D6354C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B8612C1-7E2F-44DE-ACD0-9D54132984BC}" type="pres">
      <dgm:prSet presAssocID="{708079E3-FA42-4AE1-9D90-83A700D6354C}" presName="spaceRect" presStyleCnt="0"/>
      <dgm:spPr/>
    </dgm:pt>
    <dgm:pt modelId="{3F547B51-5CA0-43E7-B016-3B0FEDD48EBF}" type="pres">
      <dgm:prSet presAssocID="{708079E3-FA42-4AE1-9D90-83A700D6354C}" presName="parTx" presStyleLbl="revTx" presStyleIdx="1" presStyleCnt="4">
        <dgm:presLayoutVars>
          <dgm:chMax val="0"/>
          <dgm:chPref val="0"/>
        </dgm:presLayoutVars>
      </dgm:prSet>
      <dgm:spPr/>
    </dgm:pt>
    <dgm:pt modelId="{588C9DFC-05E2-42B2-8B39-7DF5D8F13932}" type="pres">
      <dgm:prSet presAssocID="{C3E3BC89-FF20-4D09-B8E1-CD6154EBE24B}" presName="sibTrans" presStyleCnt="0"/>
      <dgm:spPr/>
    </dgm:pt>
    <dgm:pt modelId="{C934022E-CB79-4B64-A7C1-2E3FFE862D51}" type="pres">
      <dgm:prSet presAssocID="{58E148FE-60EF-44E0-A5D9-973FA5C4B8CF}" presName="compNode" presStyleCnt="0"/>
      <dgm:spPr/>
    </dgm:pt>
    <dgm:pt modelId="{0E5F0873-3402-4FBC-9F8B-870BF3DF55CE}" type="pres">
      <dgm:prSet presAssocID="{58E148FE-60EF-44E0-A5D9-973FA5C4B8CF}" presName="bgRect" presStyleLbl="bgShp" presStyleIdx="2" presStyleCnt="4"/>
      <dgm:spPr/>
    </dgm:pt>
    <dgm:pt modelId="{8BCD2736-B8D5-44EC-AD97-7BCC68B95A4B}" type="pres">
      <dgm:prSet presAssocID="{58E148FE-60EF-44E0-A5D9-973FA5C4B8C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8818BAC0-D22B-4379-AF71-23C6DF73324C}" type="pres">
      <dgm:prSet presAssocID="{58E148FE-60EF-44E0-A5D9-973FA5C4B8CF}" presName="spaceRect" presStyleCnt="0"/>
      <dgm:spPr/>
    </dgm:pt>
    <dgm:pt modelId="{A6BE7976-E14D-4A2A-A31A-E1D23EF2913C}" type="pres">
      <dgm:prSet presAssocID="{58E148FE-60EF-44E0-A5D9-973FA5C4B8CF}" presName="parTx" presStyleLbl="revTx" presStyleIdx="2" presStyleCnt="4">
        <dgm:presLayoutVars>
          <dgm:chMax val="0"/>
          <dgm:chPref val="0"/>
        </dgm:presLayoutVars>
      </dgm:prSet>
      <dgm:spPr/>
    </dgm:pt>
    <dgm:pt modelId="{D9A6CA5F-8C0B-4220-8578-86F122307954}" type="pres">
      <dgm:prSet presAssocID="{7027EF97-F9B4-45E1-9BB6-D1048EBFA1F9}" presName="sibTrans" presStyleCnt="0"/>
      <dgm:spPr/>
    </dgm:pt>
    <dgm:pt modelId="{C533E774-2B6C-4640-B0B8-6A25E47696FE}" type="pres">
      <dgm:prSet presAssocID="{D98DB2A6-56B1-4AED-99DB-546072AF7E11}" presName="compNode" presStyleCnt="0"/>
      <dgm:spPr/>
    </dgm:pt>
    <dgm:pt modelId="{AA2509D7-8B66-4815-B525-F55B7D5B9337}" type="pres">
      <dgm:prSet presAssocID="{D98DB2A6-56B1-4AED-99DB-546072AF7E11}" presName="bgRect" presStyleLbl="bgShp" presStyleIdx="3" presStyleCnt="4"/>
      <dgm:spPr/>
    </dgm:pt>
    <dgm:pt modelId="{108078EE-130A-4B90-9965-6D571F740A6E}" type="pres">
      <dgm:prSet presAssocID="{D98DB2A6-56B1-4AED-99DB-546072AF7E11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gaphone"/>
        </a:ext>
      </dgm:extLst>
    </dgm:pt>
    <dgm:pt modelId="{0785C002-0F79-4833-895F-7D57CCD0CED8}" type="pres">
      <dgm:prSet presAssocID="{D98DB2A6-56B1-4AED-99DB-546072AF7E11}" presName="spaceRect" presStyleCnt="0"/>
      <dgm:spPr/>
    </dgm:pt>
    <dgm:pt modelId="{2B751E2F-D8BA-4A9D-8E39-F8EFF3F95C77}" type="pres">
      <dgm:prSet presAssocID="{D98DB2A6-56B1-4AED-99DB-546072AF7E1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4043C41D-5E6C-4F79-9DB4-0894C09EBED2}" type="presOf" srcId="{708079E3-FA42-4AE1-9D90-83A700D6354C}" destId="{3F547B51-5CA0-43E7-B016-3B0FEDD48EBF}" srcOrd="0" destOrd="0" presId="urn:microsoft.com/office/officeart/2018/2/layout/IconVerticalSolidList"/>
    <dgm:cxn modelId="{DA2D3826-5C1D-41D4-ADDB-C4DB7C18604A}" srcId="{AB788354-4DE9-490E-9745-7B16D88331D1}" destId="{708079E3-FA42-4AE1-9D90-83A700D6354C}" srcOrd="1" destOrd="0" parTransId="{0BDD86D0-FCB8-41BC-9BE4-9C285C1695D8}" sibTransId="{C3E3BC89-FF20-4D09-B8E1-CD6154EBE24B}"/>
    <dgm:cxn modelId="{F1B2942D-56E8-4B80-927D-486AAFCF1FBA}" type="presOf" srcId="{AB788354-4DE9-490E-9745-7B16D88331D1}" destId="{17060D3D-90C9-4F48-A32F-977B6D9BE790}" srcOrd="0" destOrd="0" presId="urn:microsoft.com/office/officeart/2018/2/layout/IconVerticalSolidList"/>
    <dgm:cxn modelId="{93EE032F-3E63-46A6-BC3C-22B815167AF8}" srcId="{AB788354-4DE9-490E-9745-7B16D88331D1}" destId="{08B64B4E-B831-481C-80BD-014539CC43FE}" srcOrd="0" destOrd="0" parTransId="{D2394262-F9C5-4BD1-B894-60420FCE1A1C}" sibTransId="{062C9550-72CA-49EB-AD50-0323D9C23DB9}"/>
    <dgm:cxn modelId="{B8F4D13D-9409-4B2E-8786-DF4C2251E88E}" type="presOf" srcId="{D98DB2A6-56B1-4AED-99DB-546072AF7E11}" destId="{2B751E2F-D8BA-4A9D-8E39-F8EFF3F95C77}" srcOrd="0" destOrd="0" presId="urn:microsoft.com/office/officeart/2018/2/layout/IconVerticalSolidList"/>
    <dgm:cxn modelId="{94734743-1F62-45AF-9D98-36188C053107}" type="presOf" srcId="{58E148FE-60EF-44E0-A5D9-973FA5C4B8CF}" destId="{A6BE7976-E14D-4A2A-A31A-E1D23EF2913C}" srcOrd="0" destOrd="0" presId="urn:microsoft.com/office/officeart/2018/2/layout/IconVerticalSolidList"/>
    <dgm:cxn modelId="{A52E4A84-8B92-4A0D-B442-505C3834C03D}" srcId="{AB788354-4DE9-490E-9745-7B16D88331D1}" destId="{D98DB2A6-56B1-4AED-99DB-546072AF7E11}" srcOrd="3" destOrd="0" parTransId="{6B7EFFD7-4AB5-40D4-8FD8-2EFFEC986081}" sibTransId="{8B33AD78-3F5A-4CEE-9EDE-15903F4B52F9}"/>
    <dgm:cxn modelId="{6074AD9D-3D41-43CE-8C00-4DEDD7E071B2}" type="presOf" srcId="{08B64B4E-B831-481C-80BD-014539CC43FE}" destId="{447DE546-626C-4ED0-876F-5ED932DB6991}" srcOrd="0" destOrd="0" presId="urn:microsoft.com/office/officeart/2018/2/layout/IconVerticalSolidList"/>
    <dgm:cxn modelId="{341E48B4-16EF-48E0-A15F-14108081E110}" srcId="{AB788354-4DE9-490E-9745-7B16D88331D1}" destId="{58E148FE-60EF-44E0-A5D9-973FA5C4B8CF}" srcOrd="2" destOrd="0" parTransId="{A9B089CA-9B8C-422F-9A13-C00D1E4B33B2}" sibTransId="{7027EF97-F9B4-45E1-9BB6-D1048EBFA1F9}"/>
    <dgm:cxn modelId="{B1FAA307-624D-4C1A-BF20-D6D1785AF392}" type="presParOf" srcId="{17060D3D-90C9-4F48-A32F-977B6D9BE790}" destId="{20264572-958B-4923-874A-D697CA73E010}" srcOrd="0" destOrd="0" presId="urn:microsoft.com/office/officeart/2018/2/layout/IconVerticalSolidList"/>
    <dgm:cxn modelId="{AB361CC7-75BB-40A3-BD91-9FC14F557453}" type="presParOf" srcId="{20264572-958B-4923-874A-D697CA73E010}" destId="{48B9616F-E7B9-4B5C-8198-EA340E6527B9}" srcOrd="0" destOrd="0" presId="urn:microsoft.com/office/officeart/2018/2/layout/IconVerticalSolidList"/>
    <dgm:cxn modelId="{DE6C0122-615C-4831-B5B8-6587D243B7C8}" type="presParOf" srcId="{20264572-958B-4923-874A-D697CA73E010}" destId="{44C02543-46E1-4DA7-8D02-A665A2125724}" srcOrd="1" destOrd="0" presId="urn:microsoft.com/office/officeart/2018/2/layout/IconVerticalSolidList"/>
    <dgm:cxn modelId="{0A30E3C1-722E-417D-8A12-5E236C84B57B}" type="presParOf" srcId="{20264572-958B-4923-874A-D697CA73E010}" destId="{5E53D24A-32F8-4C7F-93EF-3A1803611218}" srcOrd="2" destOrd="0" presId="urn:microsoft.com/office/officeart/2018/2/layout/IconVerticalSolidList"/>
    <dgm:cxn modelId="{A3AE816E-416D-4369-9951-39CA44A1C42A}" type="presParOf" srcId="{20264572-958B-4923-874A-D697CA73E010}" destId="{447DE546-626C-4ED0-876F-5ED932DB6991}" srcOrd="3" destOrd="0" presId="urn:microsoft.com/office/officeart/2018/2/layout/IconVerticalSolidList"/>
    <dgm:cxn modelId="{E7D9448E-51BD-461A-843A-72129F0B4EB8}" type="presParOf" srcId="{17060D3D-90C9-4F48-A32F-977B6D9BE790}" destId="{0D028AF2-AAE3-4035-928D-EEE83DDDFD4E}" srcOrd="1" destOrd="0" presId="urn:microsoft.com/office/officeart/2018/2/layout/IconVerticalSolidList"/>
    <dgm:cxn modelId="{3DAFD3F2-A4F5-4842-8DFE-8A1D8B60C38A}" type="presParOf" srcId="{17060D3D-90C9-4F48-A32F-977B6D9BE790}" destId="{127E0D61-55B8-4990-ABA6-1BEE39BF4A95}" srcOrd="2" destOrd="0" presId="urn:microsoft.com/office/officeart/2018/2/layout/IconVerticalSolidList"/>
    <dgm:cxn modelId="{4561357D-7651-4F1B-A8DF-FB18271DB443}" type="presParOf" srcId="{127E0D61-55B8-4990-ABA6-1BEE39BF4A95}" destId="{A8D5B2D9-CFD0-4B91-8E95-330FAA4E5D3C}" srcOrd="0" destOrd="0" presId="urn:microsoft.com/office/officeart/2018/2/layout/IconVerticalSolidList"/>
    <dgm:cxn modelId="{154716B4-BB1E-4422-8C91-34466341FE43}" type="presParOf" srcId="{127E0D61-55B8-4990-ABA6-1BEE39BF4A95}" destId="{7A4608A4-BD97-4E4E-8F5F-584C55203B1C}" srcOrd="1" destOrd="0" presId="urn:microsoft.com/office/officeart/2018/2/layout/IconVerticalSolidList"/>
    <dgm:cxn modelId="{4671ED7F-D1F5-4B0D-AFC0-18C76AC22836}" type="presParOf" srcId="{127E0D61-55B8-4990-ABA6-1BEE39BF4A95}" destId="{DB8612C1-7E2F-44DE-ACD0-9D54132984BC}" srcOrd="2" destOrd="0" presId="urn:microsoft.com/office/officeart/2018/2/layout/IconVerticalSolidList"/>
    <dgm:cxn modelId="{CEFD1B71-DAE0-4215-9416-51C1D6C70E12}" type="presParOf" srcId="{127E0D61-55B8-4990-ABA6-1BEE39BF4A95}" destId="{3F547B51-5CA0-43E7-B016-3B0FEDD48EBF}" srcOrd="3" destOrd="0" presId="urn:microsoft.com/office/officeart/2018/2/layout/IconVerticalSolidList"/>
    <dgm:cxn modelId="{7E13F9A4-E3CB-46C3-BE65-A1468F6F1AB0}" type="presParOf" srcId="{17060D3D-90C9-4F48-A32F-977B6D9BE790}" destId="{588C9DFC-05E2-42B2-8B39-7DF5D8F13932}" srcOrd="3" destOrd="0" presId="urn:microsoft.com/office/officeart/2018/2/layout/IconVerticalSolidList"/>
    <dgm:cxn modelId="{AD072A9D-774E-4B5D-BE3C-615D1F71CE0C}" type="presParOf" srcId="{17060D3D-90C9-4F48-A32F-977B6D9BE790}" destId="{C934022E-CB79-4B64-A7C1-2E3FFE862D51}" srcOrd="4" destOrd="0" presId="urn:microsoft.com/office/officeart/2018/2/layout/IconVerticalSolidList"/>
    <dgm:cxn modelId="{DF6E5762-A9CA-405A-83DE-B3627D078C47}" type="presParOf" srcId="{C934022E-CB79-4B64-A7C1-2E3FFE862D51}" destId="{0E5F0873-3402-4FBC-9F8B-870BF3DF55CE}" srcOrd="0" destOrd="0" presId="urn:microsoft.com/office/officeart/2018/2/layout/IconVerticalSolidList"/>
    <dgm:cxn modelId="{70BE0824-7A4F-413C-872C-24D7BC285FE8}" type="presParOf" srcId="{C934022E-CB79-4B64-A7C1-2E3FFE862D51}" destId="{8BCD2736-B8D5-44EC-AD97-7BCC68B95A4B}" srcOrd="1" destOrd="0" presId="urn:microsoft.com/office/officeart/2018/2/layout/IconVerticalSolidList"/>
    <dgm:cxn modelId="{5857F510-1B38-4786-AD62-8EB4DE44987C}" type="presParOf" srcId="{C934022E-CB79-4B64-A7C1-2E3FFE862D51}" destId="{8818BAC0-D22B-4379-AF71-23C6DF73324C}" srcOrd="2" destOrd="0" presId="urn:microsoft.com/office/officeart/2018/2/layout/IconVerticalSolidList"/>
    <dgm:cxn modelId="{3DFF5923-EFA3-4CF5-B807-9434BF0599CE}" type="presParOf" srcId="{C934022E-CB79-4B64-A7C1-2E3FFE862D51}" destId="{A6BE7976-E14D-4A2A-A31A-E1D23EF2913C}" srcOrd="3" destOrd="0" presId="urn:microsoft.com/office/officeart/2018/2/layout/IconVerticalSolidList"/>
    <dgm:cxn modelId="{AD162621-188D-4CB9-B780-42DD26D95FEC}" type="presParOf" srcId="{17060D3D-90C9-4F48-A32F-977B6D9BE790}" destId="{D9A6CA5F-8C0B-4220-8578-86F122307954}" srcOrd="5" destOrd="0" presId="urn:microsoft.com/office/officeart/2018/2/layout/IconVerticalSolidList"/>
    <dgm:cxn modelId="{FAA3F307-3740-4769-975A-22DAF551EE62}" type="presParOf" srcId="{17060D3D-90C9-4F48-A32F-977B6D9BE790}" destId="{C533E774-2B6C-4640-B0B8-6A25E47696FE}" srcOrd="6" destOrd="0" presId="urn:microsoft.com/office/officeart/2018/2/layout/IconVerticalSolidList"/>
    <dgm:cxn modelId="{DB4E6EFC-F52F-4514-84D4-7F095B47D42F}" type="presParOf" srcId="{C533E774-2B6C-4640-B0B8-6A25E47696FE}" destId="{AA2509D7-8B66-4815-B525-F55B7D5B9337}" srcOrd="0" destOrd="0" presId="urn:microsoft.com/office/officeart/2018/2/layout/IconVerticalSolidList"/>
    <dgm:cxn modelId="{B1C5CC5F-4D41-40CA-B35C-9D236F856B30}" type="presParOf" srcId="{C533E774-2B6C-4640-B0B8-6A25E47696FE}" destId="{108078EE-130A-4B90-9965-6D571F740A6E}" srcOrd="1" destOrd="0" presId="urn:microsoft.com/office/officeart/2018/2/layout/IconVerticalSolidList"/>
    <dgm:cxn modelId="{43D65BD1-5769-4620-95D7-39951AF63B6B}" type="presParOf" srcId="{C533E774-2B6C-4640-B0B8-6A25E47696FE}" destId="{0785C002-0F79-4833-895F-7D57CCD0CED8}" srcOrd="2" destOrd="0" presId="urn:microsoft.com/office/officeart/2018/2/layout/IconVerticalSolidList"/>
    <dgm:cxn modelId="{C57E0E1D-A3BF-4599-AEEB-AE02A6669599}" type="presParOf" srcId="{C533E774-2B6C-4640-B0B8-6A25E47696FE}" destId="{2B751E2F-D8BA-4A9D-8E39-F8EFF3F95C7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BF1BE55-1B83-4C08-A154-03C6A68E3E4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00BD294-A5F7-49FA-A055-6D5222EEDD76}">
      <dgm:prSet/>
      <dgm:spPr/>
      <dgm:t>
        <a:bodyPr/>
        <a:lstStyle/>
        <a:p>
          <a:r>
            <a:rPr lang="en-US"/>
            <a:t>Improve TUI</a:t>
          </a:r>
        </a:p>
      </dgm:t>
    </dgm:pt>
    <dgm:pt modelId="{4FE6AEA7-98F2-4DFC-9D92-9F3B0AE1A3D5}" type="parTrans" cxnId="{169C8CAD-BE2C-445E-A875-7F8BB8535AC2}">
      <dgm:prSet/>
      <dgm:spPr/>
      <dgm:t>
        <a:bodyPr/>
        <a:lstStyle/>
        <a:p>
          <a:endParaRPr lang="en-US"/>
        </a:p>
      </dgm:t>
    </dgm:pt>
    <dgm:pt modelId="{D1F07CD9-A621-4BBA-A024-FE3D9DE57283}" type="sibTrans" cxnId="{169C8CAD-BE2C-445E-A875-7F8BB8535AC2}">
      <dgm:prSet/>
      <dgm:spPr/>
      <dgm:t>
        <a:bodyPr/>
        <a:lstStyle/>
        <a:p>
          <a:endParaRPr lang="en-US"/>
        </a:p>
      </dgm:t>
    </dgm:pt>
    <dgm:pt modelId="{D12DBB6C-85C9-49CA-A477-76D65BF0EB69}">
      <dgm:prSet/>
      <dgm:spPr/>
      <dgm:t>
        <a:bodyPr/>
        <a:lstStyle/>
        <a:p>
          <a:r>
            <a:rPr lang="en-US"/>
            <a:t>Replace RSA with Diffie-Hellman</a:t>
          </a:r>
        </a:p>
      </dgm:t>
    </dgm:pt>
    <dgm:pt modelId="{CEA03A76-91B8-46BB-9F17-B5D4C2C0C6A2}" type="parTrans" cxnId="{7539DBE8-39D9-4710-8F44-257F2FF3CB2F}">
      <dgm:prSet/>
      <dgm:spPr/>
      <dgm:t>
        <a:bodyPr/>
        <a:lstStyle/>
        <a:p>
          <a:endParaRPr lang="en-US"/>
        </a:p>
      </dgm:t>
    </dgm:pt>
    <dgm:pt modelId="{CDE17157-7083-4BF6-97B4-49C1B53040F3}" type="sibTrans" cxnId="{7539DBE8-39D9-4710-8F44-257F2FF3CB2F}">
      <dgm:prSet/>
      <dgm:spPr/>
      <dgm:t>
        <a:bodyPr/>
        <a:lstStyle/>
        <a:p>
          <a:endParaRPr lang="en-US"/>
        </a:p>
      </dgm:t>
    </dgm:pt>
    <dgm:pt modelId="{4804644D-30C1-4294-AD1F-711025D68299}" type="pres">
      <dgm:prSet presAssocID="{ABF1BE55-1B83-4C08-A154-03C6A68E3E4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ED0E565-F28A-4D28-9B99-20AB13A2F10E}" type="pres">
      <dgm:prSet presAssocID="{700BD294-A5F7-49FA-A055-6D5222EEDD76}" presName="hierRoot1" presStyleCnt="0"/>
      <dgm:spPr/>
    </dgm:pt>
    <dgm:pt modelId="{F6351720-9CBF-41C7-982C-98B253E9D15A}" type="pres">
      <dgm:prSet presAssocID="{700BD294-A5F7-49FA-A055-6D5222EEDD76}" presName="composite" presStyleCnt="0"/>
      <dgm:spPr/>
    </dgm:pt>
    <dgm:pt modelId="{B2564B43-C935-462F-9DE3-E26488FC6459}" type="pres">
      <dgm:prSet presAssocID="{700BD294-A5F7-49FA-A055-6D5222EEDD76}" presName="background" presStyleLbl="node0" presStyleIdx="0" presStyleCnt="2"/>
      <dgm:spPr/>
    </dgm:pt>
    <dgm:pt modelId="{27093DBC-A2A9-47FF-B77F-C4D2A9D1E2B8}" type="pres">
      <dgm:prSet presAssocID="{700BD294-A5F7-49FA-A055-6D5222EEDD76}" presName="text" presStyleLbl="fgAcc0" presStyleIdx="0" presStyleCnt="2">
        <dgm:presLayoutVars>
          <dgm:chPref val="3"/>
        </dgm:presLayoutVars>
      </dgm:prSet>
      <dgm:spPr/>
    </dgm:pt>
    <dgm:pt modelId="{7674871F-8B4F-47F5-BD2B-DE3B92513021}" type="pres">
      <dgm:prSet presAssocID="{700BD294-A5F7-49FA-A055-6D5222EEDD76}" presName="hierChild2" presStyleCnt="0"/>
      <dgm:spPr/>
    </dgm:pt>
    <dgm:pt modelId="{46F2331C-8E3A-4329-8AD9-925F105CF03D}" type="pres">
      <dgm:prSet presAssocID="{D12DBB6C-85C9-49CA-A477-76D65BF0EB69}" presName="hierRoot1" presStyleCnt="0"/>
      <dgm:spPr/>
    </dgm:pt>
    <dgm:pt modelId="{73C592BA-7B26-44F1-B4F2-0EF5F043215A}" type="pres">
      <dgm:prSet presAssocID="{D12DBB6C-85C9-49CA-A477-76D65BF0EB69}" presName="composite" presStyleCnt="0"/>
      <dgm:spPr/>
    </dgm:pt>
    <dgm:pt modelId="{09CF8B9B-0B8E-4B96-A6D6-261EB7430081}" type="pres">
      <dgm:prSet presAssocID="{D12DBB6C-85C9-49CA-A477-76D65BF0EB69}" presName="background" presStyleLbl="node0" presStyleIdx="1" presStyleCnt="2"/>
      <dgm:spPr/>
    </dgm:pt>
    <dgm:pt modelId="{CAFAFCA5-9D84-4D67-AF62-8810CA396EE5}" type="pres">
      <dgm:prSet presAssocID="{D12DBB6C-85C9-49CA-A477-76D65BF0EB69}" presName="text" presStyleLbl="fgAcc0" presStyleIdx="1" presStyleCnt="2">
        <dgm:presLayoutVars>
          <dgm:chPref val="3"/>
        </dgm:presLayoutVars>
      </dgm:prSet>
      <dgm:spPr/>
    </dgm:pt>
    <dgm:pt modelId="{DCDEF80E-1F3D-4614-B398-B350AA29AF25}" type="pres">
      <dgm:prSet presAssocID="{D12DBB6C-85C9-49CA-A477-76D65BF0EB69}" presName="hierChild2" presStyleCnt="0"/>
      <dgm:spPr/>
    </dgm:pt>
  </dgm:ptLst>
  <dgm:cxnLst>
    <dgm:cxn modelId="{C8F7AC73-1778-4272-8D2B-7743FD1F1B00}" type="presOf" srcId="{ABF1BE55-1B83-4C08-A154-03C6A68E3E40}" destId="{4804644D-30C1-4294-AD1F-711025D68299}" srcOrd="0" destOrd="0" presId="urn:microsoft.com/office/officeart/2005/8/layout/hierarchy1"/>
    <dgm:cxn modelId="{00464A59-97D0-43E2-8D69-3F85A2538DF0}" type="presOf" srcId="{D12DBB6C-85C9-49CA-A477-76D65BF0EB69}" destId="{CAFAFCA5-9D84-4D67-AF62-8810CA396EE5}" srcOrd="0" destOrd="0" presId="urn:microsoft.com/office/officeart/2005/8/layout/hierarchy1"/>
    <dgm:cxn modelId="{3728A49D-1865-461A-89F2-5994B0B4879D}" type="presOf" srcId="{700BD294-A5F7-49FA-A055-6D5222EEDD76}" destId="{27093DBC-A2A9-47FF-B77F-C4D2A9D1E2B8}" srcOrd="0" destOrd="0" presId="urn:microsoft.com/office/officeart/2005/8/layout/hierarchy1"/>
    <dgm:cxn modelId="{169C8CAD-BE2C-445E-A875-7F8BB8535AC2}" srcId="{ABF1BE55-1B83-4C08-A154-03C6A68E3E40}" destId="{700BD294-A5F7-49FA-A055-6D5222EEDD76}" srcOrd="0" destOrd="0" parTransId="{4FE6AEA7-98F2-4DFC-9D92-9F3B0AE1A3D5}" sibTransId="{D1F07CD9-A621-4BBA-A024-FE3D9DE57283}"/>
    <dgm:cxn modelId="{7539DBE8-39D9-4710-8F44-257F2FF3CB2F}" srcId="{ABF1BE55-1B83-4C08-A154-03C6A68E3E40}" destId="{D12DBB6C-85C9-49CA-A477-76D65BF0EB69}" srcOrd="1" destOrd="0" parTransId="{CEA03A76-91B8-46BB-9F17-B5D4C2C0C6A2}" sibTransId="{CDE17157-7083-4BF6-97B4-49C1B53040F3}"/>
    <dgm:cxn modelId="{60A91CAC-CFCA-49CA-967A-845B326371B5}" type="presParOf" srcId="{4804644D-30C1-4294-AD1F-711025D68299}" destId="{1ED0E565-F28A-4D28-9B99-20AB13A2F10E}" srcOrd="0" destOrd="0" presId="urn:microsoft.com/office/officeart/2005/8/layout/hierarchy1"/>
    <dgm:cxn modelId="{35B50791-6895-4D2E-A9C2-332639786F03}" type="presParOf" srcId="{1ED0E565-F28A-4D28-9B99-20AB13A2F10E}" destId="{F6351720-9CBF-41C7-982C-98B253E9D15A}" srcOrd="0" destOrd="0" presId="urn:microsoft.com/office/officeart/2005/8/layout/hierarchy1"/>
    <dgm:cxn modelId="{41A041E0-B762-48AE-B7AD-446D7E05ADAF}" type="presParOf" srcId="{F6351720-9CBF-41C7-982C-98B253E9D15A}" destId="{B2564B43-C935-462F-9DE3-E26488FC6459}" srcOrd="0" destOrd="0" presId="urn:microsoft.com/office/officeart/2005/8/layout/hierarchy1"/>
    <dgm:cxn modelId="{6A406D30-1CC3-4F9C-B09C-4AA460DC5721}" type="presParOf" srcId="{F6351720-9CBF-41C7-982C-98B253E9D15A}" destId="{27093DBC-A2A9-47FF-B77F-C4D2A9D1E2B8}" srcOrd="1" destOrd="0" presId="urn:microsoft.com/office/officeart/2005/8/layout/hierarchy1"/>
    <dgm:cxn modelId="{E7A525A1-E4E1-42EB-B5F4-ABAA4A0051EE}" type="presParOf" srcId="{1ED0E565-F28A-4D28-9B99-20AB13A2F10E}" destId="{7674871F-8B4F-47F5-BD2B-DE3B92513021}" srcOrd="1" destOrd="0" presId="urn:microsoft.com/office/officeart/2005/8/layout/hierarchy1"/>
    <dgm:cxn modelId="{2E446919-3447-4D12-B62D-01509FFDE420}" type="presParOf" srcId="{4804644D-30C1-4294-AD1F-711025D68299}" destId="{46F2331C-8E3A-4329-8AD9-925F105CF03D}" srcOrd="1" destOrd="0" presId="urn:microsoft.com/office/officeart/2005/8/layout/hierarchy1"/>
    <dgm:cxn modelId="{B81F3DA0-298B-4E65-BE46-C0ADF265E5BF}" type="presParOf" srcId="{46F2331C-8E3A-4329-8AD9-925F105CF03D}" destId="{73C592BA-7B26-44F1-B4F2-0EF5F043215A}" srcOrd="0" destOrd="0" presId="urn:microsoft.com/office/officeart/2005/8/layout/hierarchy1"/>
    <dgm:cxn modelId="{FE2262F3-AC31-484A-99A4-BA59FBE39F3E}" type="presParOf" srcId="{73C592BA-7B26-44F1-B4F2-0EF5F043215A}" destId="{09CF8B9B-0B8E-4B96-A6D6-261EB7430081}" srcOrd="0" destOrd="0" presId="urn:microsoft.com/office/officeart/2005/8/layout/hierarchy1"/>
    <dgm:cxn modelId="{A29699B5-6B9F-4707-9BEE-A7A0146D3D5F}" type="presParOf" srcId="{73C592BA-7B26-44F1-B4F2-0EF5F043215A}" destId="{CAFAFCA5-9D84-4D67-AF62-8810CA396EE5}" srcOrd="1" destOrd="0" presId="urn:microsoft.com/office/officeart/2005/8/layout/hierarchy1"/>
    <dgm:cxn modelId="{606919C8-676C-4C6E-BA6D-0911D8835F40}" type="presParOf" srcId="{46F2331C-8E3A-4329-8AD9-925F105CF03D}" destId="{DCDEF80E-1F3D-4614-B398-B350AA29AF2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3D01425-4E68-4448-90EB-C7FB74D99D88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5D25C942-DDE4-410F-90CE-8E341354BD9D}">
      <dgm:prSet/>
      <dgm:spPr/>
      <dgm:t>
        <a:bodyPr/>
        <a:lstStyle/>
        <a:p>
          <a:r>
            <a:rPr lang="en-US"/>
            <a:t>Built a real encrypted communication system</a:t>
          </a:r>
        </a:p>
      </dgm:t>
    </dgm:pt>
    <dgm:pt modelId="{7D7077E7-576F-4997-A302-67F12E5FC1AA}" type="parTrans" cxnId="{9C7EAF18-137C-44B1-9D7C-7353EC16CE46}">
      <dgm:prSet/>
      <dgm:spPr/>
      <dgm:t>
        <a:bodyPr/>
        <a:lstStyle/>
        <a:p>
          <a:endParaRPr lang="en-US"/>
        </a:p>
      </dgm:t>
    </dgm:pt>
    <dgm:pt modelId="{628757F7-3E2D-4506-B25E-99F7F03CFA4D}" type="sibTrans" cxnId="{9C7EAF18-137C-44B1-9D7C-7353EC16CE46}">
      <dgm:prSet/>
      <dgm:spPr/>
      <dgm:t>
        <a:bodyPr/>
        <a:lstStyle/>
        <a:p>
          <a:endParaRPr lang="en-US"/>
        </a:p>
      </dgm:t>
    </dgm:pt>
    <dgm:pt modelId="{321805EE-51E0-4379-9603-1A5D751906F4}">
      <dgm:prSet/>
      <dgm:spPr/>
      <dgm:t>
        <a:bodyPr/>
        <a:lstStyle/>
        <a:p>
          <a:r>
            <a:rPr lang="en-US"/>
            <a:t>Demonstrated ChaCha20-Poly1305 in practice</a:t>
          </a:r>
        </a:p>
      </dgm:t>
    </dgm:pt>
    <dgm:pt modelId="{C8150A6F-8931-4E6C-B671-5100E7AD16C1}" type="parTrans" cxnId="{F0E4FC5F-3602-4447-A1E1-C2A8B241618E}">
      <dgm:prSet/>
      <dgm:spPr/>
      <dgm:t>
        <a:bodyPr/>
        <a:lstStyle/>
        <a:p>
          <a:endParaRPr lang="en-US"/>
        </a:p>
      </dgm:t>
    </dgm:pt>
    <dgm:pt modelId="{E896EBA1-2D28-42B1-B6A6-9E821D39A9AB}" type="sibTrans" cxnId="{F0E4FC5F-3602-4447-A1E1-C2A8B241618E}">
      <dgm:prSet/>
      <dgm:spPr/>
      <dgm:t>
        <a:bodyPr/>
        <a:lstStyle/>
        <a:p>
          <a:endParaRPr lang="en-US"/>
        </a:p>
      </dgm:t>
    </dgm:pt>
    <dgm:pt modelId="{06D9A03B-5F90-46AD-B0DE-354D07B61C4D}">
      <dgm:prSet/>
      <dgm:spPr/>
      <dgm:t>
        <a:bodyPr/>
        <a:lstStyle/>
        <a:p>
          <a:r>
            <a:rPr lang="en-US"/>
            <a:t>Combined theory with implementation</a:t>
          </a:r>
        </a:p>
      </dgm:t>
    </dgm:pt>
    <dgm:pt modelId="{E2F3DF8D-E539-47AC-8D05-96C0E8AD0E66}" type="parTrans" cxnId="{C03D1C82-917E-4323-89A6-9E14E9072D75}">
      <dgm:prSet/>
      <dgm:spPr/>
      <dgm:t>
        <a:bodyPr/>
        <a:lstStyle/>
        <a:p>
          <a:endParaRPr lang="en-US"/>
        </a:p>
      </dgm:t>
    </dgm:pt>
    <dgm:pt modelId="{8C19D865-A63E-4530-93BE-6F905254AF0E}" type="sibTrans" cxnId="{C03D1C82-917E-4323-89A6-9E14E9072D75}">
      <dgm:prSet/>
      <dgm:spPr/>
      <dgm:t>
        <a:bodyPr/>
        <a:lstStyle/>
        <a:p>
          <a:endParaRPr lang="en-US"/>
        </a:p>
      </dgm:t>
    </dgm:pt>
    <dgm:pt modelId="{84066BB7-6796-4AE9-94A8-D10E30BC9763}" type="pres">
      <dgm:prSet presAssocID="{A3D01425-4E68-4448-90EB-C7FB74D99D8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1F91377-ABF7-49ED-9238-7C87D34DF1AF}" type="pres">
      <dgm:prSet presAssocID="{5D25C942-DDE4-410F-90CE-8E341354BD9D}" presName="hierRoot1" presStyleCnt="0"/>
      <dgm:spPr/>
    </dgm:pt>
    <dgm:pt modelId="{73CADB9A-975C-4B15-BC03-775DB9BEBB99}" type="pres">
      <dgm:prSet presAssocID="{5D25C942-DDE4-410F-90CE-8E341354BD9D}" presName="composite" presStyleCnt="0"/>
      <dgm:spPr/>
    </dgm:pt>
    <dgm:pt modelId="{FA2828F2-7DA5-494C-9068-9C8A36DA39E0}" type="pres">
      <dgm:prSet presAssocID="{5D25C942-DDE4-410F-90CE-8E341354BD9D}" presName="background" presStyleLbl="node0" presStyleIdx="0" presStyleCnt="3"/>
      <dgm:spPr/>
    </dgm:pt>
    <dgm:pt modelId="{93E62892-F52A-4BCF-A483-767F0CCAFD68}" type="pres">
      <dgm:prSet presAssocID="{5D25C942-DDE4-410F-90CE-8E341354BD9D}" presName="text" presStyleLbl="fgAcc0" presStyleIdx="0" presStyleCnt="3">
        <dgm:presLayoutVars>
          <dgm:chPref val="3"/>
        </dgm:presLayoutVars>
      </dgm:prSet>
      <dgm:spPr/>
    </dgm:pt>
    <dgm:pt modelId="{661C95C0-559C-445A-8F5E-92B3A4EE61DC}" type="pres">
      <dgm:prSet presAssocID="{5D25C942-DDE4-410F-90CE-8E341354BD9D}" presName="hierChild2" presStyleCnt="0"/>
      <dgm:spPr/>
    </dgm:pt>
    <dgm:pt modelId="{87EE16CA-F242-48E0-A66D-648A43EDFCED}" type="pres">
      <dgm:prSet presAssocID="{321805EE-51E0-4379-9603-1A5D751906F4}" presName="hierRoot1" presStyleCnt="0"/>
      <dgm:spPr/>
    </dgm:pt>
    <dgm:pt modelId="{93FF848C-BA3F-40C1-8415-9EA8396D6774}" type="pres">
      <dgm:prSet presAssocID="{321805EE-51E0-4379-9603-1A5D751906F4}" presName="composite" presStyleCnt="0"/>
      <dgm:spPr/>
    </dgm:pt>
    <dgm:pt modelId="{3BBB539F-EBCA-413D-A9AC-373F9F3EB9B6}" type="pres">
      <dgm:prSet presAssocID="{321805EE-51E0-4379-9603-1A5D751906F4}" presName="background" presStyleLbl="node0" presStyleIdx="1" presStyleCnt="3"/>
      <dgm:spPr/>
    </dgm:pt>
    <dgm:pt modelId="{CEFA8B86-0971-4C6F-8CD5-AA5BFEDC7AB6}" type="pres">
      <dgm:prSet presAssocID="{321805EE-51E0-4379-9603-1A5D751906F4}" presName="text" presStyleLbl="fgAcc0" presStyleIdx="1" presStyleCnt="3">
        <dgm:presLayoutVars>
          <dgm:chPref val="3"/>
        </dgm:presLayoutVars>
      </dgm:prSet>
      <dgm:spPr/>
    </dgm:pt>
    <dgm:pt modelId="{C0363104-3902-428F-A6A5-00A68DF8EA5F}" type="pres">
      <dgm:prSet presAssocID="{321805EE-51E0-4379-9603-1A5D751906F4}" presName="hierChild2" presStyleCnt="0"/>
      <dgm:spPr/>
    </dgm:pt>
    <dgm:pt modelId="{6617D08A-9C4E-46FA-9336-99F0FEF4877E}" type="pres">
      <dgm:prSet presAssocID="{06D9A03B-5F90-46AD-B0DE-354D07B61C4D}" presName="hierRoot1" presStyleCnt="0"/>
      <dgm:spPr/>
    </dgm:pt>
    <dgm:pt modelId="{AF4AF6E9-2882-49AA-961F-A672E6AB02FB}" type="pres">
      <dgm:prSet presAssocID="{06D9A03B-5F90-46AD-B0DE-354D07B61C4D}" presName="composite" presStyleCnt="0"/>
      <dgm:spPr/>
    </dgm:pt>
    <dgm:pt modelId="{C2964EDC-7A83-45F7-A275-ED086C4C39A9}" type="pres">
      <dgm:prSet presAssocID="{06D9A03B-5F90-46AD-B0DE-354D07B61C4D}" presName="background" presStyleLbl="node0" presStyleIdx="2" presStyleCnt="3"/>
      <dgm:spPr/>
    </dgm:pt>
    <dgm:pt modelId="{CDA19AD7-7567-475B-A082-D47E3BD1BD2E}" type="pres">
      <dgm:prSet presAssocID="{06D9A03B-5F90-46AD-B0DE-354D07B61C4D}" presName="text" presStyleLbl="fgAcc0" presStyleIdx="2" presStyleCnt="3">
        <dgm:presLayoutVars>
          <dgm:chPref val="3"/>
        </dgm:presLayoutVars>
      </dgm:prSet>
      <dgm:spPr/>
    </dgm:pt>
    <dgm:pt modelId="{A9C44F9A-F3DF-4982-A533-F1AE09509613}" type="pres">
      <dgm:prSet presAssocID="{06D9A03B-5F90-46AD-B0DE-354D07B61C4D}" presName="hierChild2" presStyleCnt="0"/>
      <dgm:spPr/>
    </dgm:pt>
  </dgm:ptLst>
  <dgm:cxnLst>
    <dgm:cxn modelId="{9C7EAF18-137C-44B1-9D7C-7353EC16CE46}" srcId="{A3D01425-4E68-4448-90EB-C7FB74D99D88}" destId="{5D25C942-DDE4-410F-90CE-8E341354BD9D}" srcOrd="0" destOrd="0" parTransId="{7D7077E7-576F-4997-A302-67F12E5FC1AA}" sibTransId="{628757F7-3E2D-4506-B25E-99F7F03CFA4D}"/>
    <dgm:cxn modelId="{207A9F2F-1B05-486E-82AB-1846AF1715C8}" type="presOf" srcId="{A3D01425-4E68-4448-90EB-C7FB74D99D88}" destId="{84066BB7-6796-4AE9-94A8-D10E30BC9763}" srcOrd="0" destOrd="0" presId="urn:microsoft.com/office/officeart/2005/8/layout/hierarchy1"/>
    <dgm:cxn modelId="{1F184134-0B95-49C1-8BBA-ED2C34D0CF86}" type="presOf" srcId="{06D9A03B-5F90-46AD-B0DE-354D07B61C4D}" destId="{CDA19AD7-7567-475B-A082-D47E3BD1BD2E}" srcOrd="0" destOrd="0" presId="urn:microsoft.com/office/officeart/2005/8/layout/hierarchy1"/>
    <dgm:cxn modelId="{F0E4FC5F-3602-4447-A1E1-C2A8B241618E}" srcId="{A3D01425-4E68-4448-90EB-C7FB74D99D88}" destId="{321805EE-51E0-4379-9603-1A5D751906F4}" srcOrd="1" destOrd="0" parTransId="{C8150A6F-8931-4E6C-B671-5100E7AD16C1}" sibTransId="{E896EBA1-2D28-42B1-B6A6-9E821D39A9AB}"/>
    <dgm:cxn modelId="{3684395A-BF8C-48BB-B4D3-BFEA055F16F6}" type="presOf" srcId="{5D25C942-DDE4-410F-90CE-8E341354BD9D}" destId="{93E62892-F52A-4BCF-A483-767F0CCAFD68}" srcOrd="0" destOrd="0" presId="urn:microsoft.com/office/officeart/2005/8/layout/hierarchy1"/>
    <dgm:cxn modelId="{C03D1C82-917E-4323-89A6-9E14E9072D75}" srcId="{A3D01425-4E68-4448-90EB-C7FB74D99D88}" destId="{06D9A03B-5F90-46AD-B0DE-354D07B61C4D}" srcOrd="2" destOrd="0" parTransId="{E2F3DF8D-E539-47AC-8D05-96C0E8AD0E66}" sibTransId="{8C19D865-A63E-4530-93BE-6F905254AF0E}"/>
    <dgm:cxn modelId="{C13B9294-57A3-42BB-A631-F1F1BB483FDE}" type="presOf" srcId="{321805EE-51E0-4379-9603-1A5D751906F4}" destId="{CEFA8B86-0971-4C6F-8CD5-AA5BFEDC7AB6}" srcOrd="0" destOrd="0" presId="urn:microsoft.com/office/officeart/2005/8/layout/hierarchy1"/>
    <dgm:cxn modelId="{4D7307A1-DCBF-43AB-A4AA-DCCE4CFA0EAB}" type="presParOf" srcId="{84066BB7-6796-4AE9-94A8-D10E30BC9763}" destId="{11F91377-ABF7-49ED-9238-7C87D34DF1AF}" srcOrd="0" destOrd="0" presId="urn:microsoft.com/office/officeart/2005/8/layout/hierarchy1"/>
    <dgm:cxn modelId="{B826230B-B648-4540-95CA-F7D7A0C8F133}" type="presParOf" srcId="{11F91377-ABF7-49ED-9238-7C87D34DF1AF}" destId="{73CADB9A-975C-4B15-BC03-775DB9BEBB99}" srcOrd="0" destOrd="0" presId="urn:microsoft.com/office/officeart/2005/8/layout/hierarchy1"/>
    <dgm:cxn modelId="{E783542E-36D5-44E5-A8F2-D9201FF7CA3E}" type="presParOf" srcId="{73CADB9A-975C-4B15-BC03-775DB9BEBB99}" destId="{FA2828F2-7DA5-494C-9068-9C8A36DA39E0}" srcOrd="0" destOrd="0" presId="urn:microsoft.com/office/officeart/2005/8/layout/hierarchy1"/>
    <dgm:cxn modelId="{25B98277-0B33-4BFF-9C76-91E5C168C031}" type="presParOf" srcId="{73CADB9A-975C-4B15-BC03-775DB9BEBB99}" destId="{93E62892-F52A-4BCF-A483-767F0CCAFD68}" srcOrd="1" destOrd="0" presId="urn:microsoft.com/office/officeart/2005/8/layout/hierarchy1"/>
    <dgm:cxn modelId="{F50F5645-ED68-49EC-9EAE-09D96A3CF13D}" type="presParOf" srcId="{11F91377-ABF7-49ED-9238-7C87D34DF1AF}" destId="{661C95C0-559C-445A-8F5E-92B3A4EE61DC}" srcOrd="1" destOrd="0" presId="urn:microsoft.com/office/officeart/2005/8/layout/hierarchy1"/>
    <dgm:cxn modelId="{91391EB0-C76D-42A4-8B09-BF16F6CB19F0}" type="presParOf" srcId="{84066BB7-6796-4AE9-94A8-D10E30BC9763}" destId="{87EE16CA-F242-48E0-A66D-648A43EDFCED}" srcOrd="1" destOrd="0" presId="urn:microsoft.com/office/officeart/2005/8/layout/hierarchy1"/>
    <dgm:cxn modelId="{F2AEAAF2-FC8C-41AA-85AD-5A963FE31582}" type="presParOf" srcId="{87EE16CA-F242-48E0-A66D-648A43EDFCED}" destId="{93FF848C-BA3F-40C1-8415-9EA8396D6774}" srcOrd="0" destOrd="0" presId="urn:microsoft.com/office/officeart/2005/8/layout/hierarchy1"/>
    <dgm:cxn modelId="{2D55AA22-01EF-47C2-8633-34E60C44CE1C}" type="presParOf" srcId="{93FF848C-BA3F-40C1-8415-9EA8396D6774}" destId="{3BBB539F-EBCA-413D-A9AC-373F9F3EB9B6}" srcOrd="0" destOrd="0" presId="urn:microsoft.com/office/officeart/2005/8/layout/hierarchy1"/>
    <dgm:cxn modelId="{BE58461B-F482-4D5A-8431-B0F19EE5B95B}" type="presParOf" srcId="{93FF848C-BA3F-40C1-8415-9EA8396D6774}" destId="{CEFA8B86-0971-4C6F-8CD5-AA5BFEDC7AB6}" srcOrd="1" destOrd="0" presId="urn:microsoft.com/office/officeart/2005/8/layout/hierarchy1"/>
    <dgm:cxn modelId="{B64BE761-95D9-4D50-8F35-595ACC61C65F}" type="presParOf" srcId="{87EE16CA-F242-48E0-A66D-648A43EDFCED}" destId="{C0363104-3902-428F-A6A5-00A68DF8EA5F}" srcOrd="1" destOrd="0" presId="urn:microsoft.com/office/officeart/2005/8/layout/hierarchy1"/>
    <dgm:cxn modelId="{BA65217C-E35E-49AC-A771-A187261756A8}" type="presParOf" srcId="{84066BB7-6796-4AE9-94A8-D10E30BC9763}" destId="{6617D08A-9C4E-46FA-9336-99F0FEF4877E}" srcOrd="2" destOrd="0" presId="urn:microsoft.com/office/officeart/2005/8/layout/hierarchy1"/>
    <dgm:cxn modelId="{4BCA3FC7-BD7E-4B67-A6D8-28F353181EC1}" type="presParOf" srcId="{6617D08A-9C4E-46FA-9336-99F0FEF4877E}" destId="{AF4AF6E9-2882-49AA-961F-A672E6AB02FB}" srcOrd="0" destOrd="0" presId="urn:microsoft.com/office/officeart/2005/8/layout/hierarchy1"/>
    <dgm:cxn modelId="{2F0D5CED-CD68-4FAB-8705-847F4C06755C}" type="presParOf" srcId="{AF4AF6E9-2882-49AA-961F-A672E6AB02FB}" destId="{C2964EDC-7A83-45F7-A275-ED086C4C39A9}" srcOrd="0" destOrd="0" presId="urn:microsoft.com/office/officeart/2005/8/layout/hierarchy1"/>
    <dgm:cxn modelId="{E3030AB5-C906-4257-A0F2-72F3AFFD8923}" type="presParOf" srcId="{AF4AF6E9-2882-49AA-961F-A672E6AB02FB}" destId="{CDA19AD7-7567-475B-A082-D47E3BD1BD2E}" srcOrd="1" destOrd="0" presId="urn:microsoft.com/office/officeart/2005/8/layout/hierarchy1"/>
    <dgm:cxn modelId="{48301CBE-188D-459F-9572-7E73C51F60EB}" type="presParOf" srcId="{6617D08A-9C4E-46FA-9336-99F0FEF4877E}" destId="{A9C44F9A-F3DF-4982-A533-F1AE09509613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EE8183-C867-4DC0-BB19-C444375E7E19}">
      <dsp:nvSpPr>
        <dsp:cNvPr id="0" name=""/>
        <dsp:cNvSpPr/>
      </dsp:nvSpPr>
      <dsp:spPr>
        <a:xfrm>
          <a:off x="3364992" y="2177"/>
          <a:ext cx="3785616" cy="104746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Messages sent over most networks are vulnerable and can be intercepted</a:t>
          </a:r>
        </a:p>
      </dsp:txBody>
      <dsp:txXfrm>
        <a:off x="3416125" y="53310"/>
        <a:ext cx="3683350" cy="945199"/>
      </dsp:txXfrm>
    </dsp:sp>
    <dsp:sp modelId="{2171F711-FAA7-4A68-BB3E-3B973D3CECC3}">
      <dsp:nvSpPr>
        <dsp:cNvPr id="0" name=""/>
        <dsp:cNvSpPr/>
      </dsp:nvSpPr>
      <dsp:spPr>
        <a:xfrm>
          <a:off x="3364992" y="1102016"/>
          <a:ext cx="3785616" cy="104746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Servers can read plaintext messages</a:t>
          </a:r>
        </a:p>
      </dsp:txBody>
      <dsp:txXfrm>
        <a:off x="3416125" y="1153149"/>
        <a:ext cx="3683350" cy="945199"/>
      </dsp:txXfrm>
    </dsp:sp>
    <dsp:sp modelId="{C553FE1F-3C53-4364-A6AD-199A47861B29}">
      <dsp:nvSpPr>
        <dsp:cNvPr id="0" name=""/>
        <dsp:cNvSpPr/>
      </dsp:nvSpPr>
      <dsp:spPr>
        <a:xfrm>
          <a:off x="3364992" y="2201855"/>
          <a:ext cx="3785616" cy="104746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No guarantee of message integrity</a:t>
          </a:r>
        </a:p>
      </dsp:txBody>
      <dsp:txXfrm>
        <a:off x="3416125" y="2252988"/>
        <a:ext cx="3683350" cy="945199"/>
      </dsp:txXfrm>
    </dsp:sp>
    <dsp:sp modelId="{C8947B06-AF58-4AA1-986D-69DD73D20D84}">
      <dsp:nvSpPr>
        <dsp:cNvPr id="0" name=""/>
        <dsp:cNvSpPr/>
      </dsp:nvSpPr>
      <dsp:spPr>
        <a:xfrm>
          <a:off x="3364992" y="3301694"/>
          <a:ext cx="3785616" cy="104746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Need secure communication</a:t>
          </a:r>
        </a:p>
      </dsp:txBody>
      <dsp:txXfrm>
        <a:off x="3416125" y="3352827"/>
        <a:ext cx="3683350" cy="94519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E70B64-7410-4379-87BE-7DD293D28E73}">
      <dsp:nvSpPr>
        <dsp:cNvPr id="0" name=""/>
        <dsp:cNvSpPr/>
      </dsp:nvSpPr>
      <dsp:spPr>
        <a:xfrm>
          <a:off x="282221" y="159118"/>
          <a:ext cx="1371985" cy="1371985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3D7B41-E5FF-42BB-A57A-FFFE21B01F4E}">
      <dsp:nvSpPr>
        <dsp:cNvPr id="0" name=""/>
        <dsp:cNvSpPr/>
      </dsp:nvSpPr>
      <dsp:spPr>
        <a:xfrm>
          <a:off x="570337" y="447234"/>
          <a:ext cx="795751" cy="7957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6F135-69E9-4095-B781-98249EFFB68E}">
      <dsp:nvSpPr>
        <dsp:cNvPr id="0" name=""/>
        <dsp:cNvSpPr/>
      </dsp:nvSpPr>
      <dsp:spPr>
        <a:xfrm>
          <a:off x="1948202" y="159118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Build a secure chat application in Python</a:t>
          </a:r>
        </a:p>
      </dsp:txBody>
      <dsp:txXfrm>
        <a:off x="1948202" y="159118"/>
        <a:ext cx="3233964" cy="1371985"/>
      </dsp:txXfrm>
    </dsp:sp>
    <dsp:sp modelId="{120AE5A2-67FF-4A95-A8E5-081B99943407}">
      <dsp:nvSpPr>
        <dsp:cNvPr id="0" name=""/>
        <dsp:cNvSpPr/>
      </dsp:nvSpPr>
      <dsp:spPr>
        <a:xfrm>
          <a:off x="5745661" y="159118"/>
          <a:ext cx="1371985" cy="1371985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1F21C5-5E5E-44CF-9D3A-8561966E5B14}">
      <dsp:nvSpPr>
        <dsp:cNvPr id="0" name=""/>
        <dsp:cNvSpPr/>
      </dsp:nvSpPr>
      <dsp:spPr>
        <a:xfrm>
          <a:off x="6033778" y="447234"/>
          <a:ext cx="795751" cy="7957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6C5BE2-3C45-4247-AB5F-4CF8C5F8924D}">
      <dsp:nvSpPr>
        <dsp:cNvPr id="0" name=""/>
        <dsp:cNvSpPr/>
      </dsp:nvSpPr>
      <dsp:spPr>
        <a:xfrm>
          <a:off x="7411643" y="159118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Ensure messages are encrypted end-to-end</a:t>
          </a:r>
        </a:p>
      </dsp:txBody>
      <dsp:txXfrm>
        <a:off x="7411643" y="159118"/>
        <a:ext cx="3233964" cy="1371985"/>
      </dsp:txXfrm>
    </dsp:sp>
    <dsp:sp modelId="{C8AE8AF0-C9F1-45EE-8A57-AE4AED4B944A}">
      <dsp:nvSpPr>
        <dsp:cNvPr id="0" name=""/>
        <dsp:cNvSpPr/>
      </dsp:nvSpPr>
      <dsp:spPr>
        <a:xfrm>
          <a:off x="282221" y="2158301"/>
          <a:ext cx="1371985" cy="1371985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5F5626-CD1D-4095-84ED-B8F8E71B1C9E}">
      <dsp:nvSpPr>
        <dsp:cNvPr id="0" name=""/>
        <dsp:cNvSpPr/>
      </dsp:nvSpPr>
      <dsp:spPr>
        <a:xfrm>
          <a:off x="570337" y="2446418"/>
          <a:ext cx="795751" cy="7957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45315-5BCC-451B-BA88-A7F2FCD35BF7}">
      <dsp:nvSpPr>
        <dsp:cNvPr id="0" name=""/>
        <dsp:cNvSpPr/>
      </dsp:nvSpPr>
      <dsp:spPr>
        <a:xfrm>
          <a:off x="1948202" y="2158301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Server cannot read message contents</a:t>
          </a:r>
        </a:p>
      </dsp:txBody>
      <dsp:txXfrm>
        <a:off x="1948202" y="2158301"/>
        <a:ext cx="3233964" cy="1371985"/>
      </dsp:txXfrm>
    </dsp:sp>
    <dsp:sp modelId="{2C83697C-2562-4F25-85B9-A0657DBE49B2}">
      <dsp:nvSpPr>
        <dsp:cNvPr id="0" name=""/>
        <dsp:cNvSpPr/>
      </dsp:nvSpPr>
      <dsp:spPr>
        <a:xfrm>
          <a:off x="5745661" y="2158301"/>
          <a:ext cx="1371985" cy="1371985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074CB7-D1E6-4ADF-BB60-877C8ED80F68}">
      <dsp:nvSpPr>
        <dsp:cNvPr id="0" name=""/>
        <dsp:cNvSpPr/>
      </dsp:nvSpPr>
      <dsp:spPr>
        <a:xfrm>
          <a:off x="6033778" y="2446418"/>
          <a:ext cx="795751" cy="7957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9BF2D4-6C9B-4CC0-89A0-5E49CA344A35}">
      <dsp:nvSpPr>
        <dsp:cNvPr id="0" name=""/>
        <dsp:cNvSpPr/>
      </dsp:nvSpPr>
      <dsp:spPr>
        <a:xfrm>
          <a:off x="7411643" y="2158301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Use ChaCha20-Poly1305 as the core encryption</a:t>
          </a:r>
        </a:p>
      </dsp:txBody>
      <dsp:txXfrm>
        <a:off x="7411643" y="2158301"/>
        <a:ext cx="3233964" cy="137198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AAC133-7FF8-4B85-A709-079EBEEE2A30}">
      <dsp:nvSpPr>
        <dsp:cNvPr id="0" name=""/>
        <dsp:cNvSpPr/>
      </dsp:nvSpPr>
      <dsp:spPr>
        <a:xfrm>
          <a:off x="3364992" y="2177"/>
          <a:ext cx="3785616" cy="1047465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Client &lt;--&gt; Server &lt;--&gt; Client</a:t>
          </a:r>
        </a:p>
      </dsp:txBody>
      <dsp:txXfrm>
        <a:off x="3416125" y="53310"/>
        <a:ext cx="3683350" cy="945199"/>
      </dsp:txXfrm>
    </dsp:sp>
    <dsp:sp modelId="{40CE2439-742A-4C00-AEDA-7F4C1DA089CD}">
      <dsp:nvSpPr>
        <dsp:cNvPr id="0" name=""/>
        <dsp:cNvSpPr/>
      </dsp:nvSpPr>
      <dsp:spPr>
        <a:xfrm>
          <a:off x="3364992" y="1102016"/>
          <a:ext cx="3785616" cy="1047465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Server relays encrypted messages only</a:t>
          </a:r>
        </a:p>
      </dsp:txBody>
      <dsp:txXfrm>
        <a:off x="3416125" y="1153149"/>
        <a:ext cx="3683350" cy="945199"/>
      </dsp:txXfrm>
    </dsp:sp>
    <dsp:sp modelId="{DE4CBAB6-F7E4-44B4-BAEA-4D2F6261F179}">
      <dsp:nvSpPr>
        <dsp:cNvPr id="0" name=""/>
        <dsp:cNvSpPr/>
      </dsp:nvSpPr>
      <dsp:spPr>
        <a:xfrm>
          <a:off x="3364992" y="2201855"/>
          <a:ext cx="3785616" cy="1047465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All encryption and decryption happens on client side</a:t>
          </a:r>
        </a:p>
      </dsp:txBody>
      <dsp:txXfrm>
        <a:off x="3416125" y="2252988"/>
        <a:ext cx="3683350" cy="945199"/>
      </dsp:txXfrm>
    </dsp:sp>
    <dsp:sp modelId="{994FC7CF-5525-487B-9335-4112D6BC3642}">
      <dsp:nvSpPr>
        <dsp:cNvPr id="0" name=""/>
        <dsp:cNvSpPr/>
      </dsp:nvSpPr>
      <dsp:spPr>
        <a:xfrm>
          <a:off x="3364992" y="3301694"/>
          <a:ext cx="3785616" cy="1047465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This leads to true end to end encryption</a:t>
          </a:r>
        </a:p>
      </dsp:txBody>
      <dsp:txXfrm>
        <a:off x="3416125" y="3352827"/>
        <a:ext cx="3683350" cy="94519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7F3AAE-5075-490A-828C-A565AF97574A}">
      <dsp:nvSpPr>
        <dsp:cNvPr id="0" name=""/>
        <dsp:cNvSpPr/>
      </dsp:nvSpPr>
      <dsp:spPr>
        <a:xfrm>
          <a:off x="2169914" y="74087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8170CE-CDBC-4EAE-96CC-B6193AA267DB}">
      <dsp:nvSpPr>
        <dsp:cNvPr id="0" name=""/>
        <dsp:cNvSpPr/>
      </dsp:nvSpPr>
      <dsp:spPr>
        <a:xfrm>
          <a:off x="765914" y="1760006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/>
            <a:t>Quarter Round</a:t>
          </a:r>
        </a:p>
      </dsp:txBody>
      <dsp:txXfrm>
        <a:off x="765914" y="1760006"/>
        <a:ext cx="4320000" cy="648000"/>
      </dsp:txXfrm>
    </dsp:sp>
    <dsp:sp modelId="{A49C7894-2E5D-4ACA-8E77-958C61AF83AE}">
      <dsp:nvSpPr>
        <dsp:cNvPr id="0" name=""/>
        <dsp:cNvSpPr/>
      </dsp:nvSpPr>
      <dsp:spPr>
        <a:xfrm>
          <a:off x="765914" y="2488899"/>
          <a:ext cx="4320000" cy="16298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The `&lt;&lt;&lt;` operator means bit wise rotation to the left. x86 architecture can optimize this operation heavily.</a:t>
          </a:r>
        </a:p>
      </dsp:txBody>
      <dsp:txXfrm>
        <a:off x="765914" y="2488899"/>
        <a:ext cx="4320000" cy="1629818"/>
      </dsp:txXfrm>
    </dsp:sp>
    <dsp:sp modelId="{41A737C0-2F14-442D-B8A5-7F55937ABE7A}">
      <dsp:nvSpPr>
        <dsp:cNvPr id="0" name=""/>
        <dsp:cNvSpPr/>
      </dsp:nvSpPr>
      <dsp:spPr>
        <a:xfrm>
          <a:off x="7245914" y="74087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BEE8A8-5E1A-4F04-8306-B1C40E3F872E}">
      <dsp:nvSpPr>
        <dsp:cNvPr id="0" name=""/>
        <dsp:cNvSpPr/>
      </dsp:nvSpPr>
      <dsp:spPr>
        <a:xfrm>
          <a:off x="5841914" y="1760006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/>
            <a:t>A Complete Round</a:t>
          </a:r>
        </a:p>
      </dsp:txBody>
      <dsp:txXfrm>
        <a:off x="5841914" y="1760006"/>
        <a:ext cx="4320000" cy="648000"/>
      </dsp:txXfrm>
    </dsp:sp>
    <dsp:sp modelId="{95B5E637-A49D-4A34-A38B-F7374C2FED1A}">
      <dsp:nvSpPr>
        <dsp:cNvPr id="0" name=""/>
        <dsp:cNvSpPr/>
      </dsp:nvSpPr>
      <dsp:spPr>
        <a:xfrm>
          <a:off x="5841914" y="2488899"/>
          <a:ext cx="4320000" cy="16298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 quarter round scrambles four 32 bit words. A 512 block has 16. This is imagined as a 4x4 matrix of 32 bit integers.</a:t>
          </a:r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To scramble properly, apply 4 quarter rounds in parallel, separated by columns.</a:t>
          </a:r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Then 4 more, diagonal by diagonal.</a:t>
          </a:r>
        </a:p>
      </dsp:txBody>
      <dsp:txXfrm>
        <a:off x="5841914" y="2488899"/>
        <a:ext cx="4320000" cy="162981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160257-CDEF-480D-8EF9-99CC99446151}">
      <dsp:nvSpPr>
        <dsp:cNvPr id="0" name=""/>
        <dsp:cNvSpPr/>
      </dsp:nvSpPr>
      <dsp:spPr>
        <a:xfrm>
          <a:off x="0" y="0"/>
          <a:ext cx="4844619" cy="99553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User enters message</a:t>
          </a:r>
        </a:p>
      </dsp:txBody>
      <dsp:txXfrm>
        <a:off x="29158" y="29158"/>
        <a:ext cx="3653885" cy="937216"/>
      </dsp:txXfrm>
    </dsp:sp>
    <dsp:sp modelId="{0EA9602E-8B3D-4725-ADF0-84AE1425FB05}">
      <dsp:nvSpPr>
        <dsp:cNvPr id="0" name=""/>
        <dsp:cNvSpPr/>
      </dsp:nvSpPr>
      <dsp:spPr>
        <a:xfrm>
          <a:off x="361773" y="1133800"/>
          <a:ext cx="4844619" cy="995532"/>
        </a:xfrm>
        <a:prstGeom prst="roundRect">
          <a:avLst>
            <a:gd name="adj" fmla="val 10000"/>
          </a:avLst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Message encrypted on sender</a:t>
          </a:r>
        </a:p>
      </dsp:txBody>
      <dsp:txXfrm>
        <a:off x="390931" y="1162958"/>
        <a:ext cx="3777434" cy="937216"/>
      </dsp:txXfrm>
    </dsp:sp>
    <dsp:sp modelId="{AF56B3DA-39AF-420E-8CA6-AA920C465E2B}">
      <dsp:nvSpPr>
        <dsp:cNvPr id="0" name=""/>
        <dsp:cNvSpPr/>
      </dsp:nvSpPr>
      <dsp:spPr>
        <a:xfrm>
          <a:off x="723547" y="2267601"/>
          <a:ext cx="4844619" cy="995532"/>
        </a:xfrm>
        <a:prstGeom prst="roundRect">
          <a:avLst>
            <a:gd name="adj" fmla="val 10000"/>
          </a:avLst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Sent to server</a:t>
          </a:r>
        </a:p>
      </dsp:txBody>
      <dsp:txXfrm>
        <a:off x="752705" y="2296759"/>
        <a:ext cx="3777434" cy="937216"/>
      </dsp:txXfrm>
    </dsp:sp>
    <dsp:sp modelId="{8A58D0E1-8972-40EB-A1A0-B75317C02F1C}">
      <dsp:nvSpPr>
        <dsp:cNvPr id="0" name=""/>
        <dsp:cNvSpPr/>
      </dsp:nvSpPr>
      <dsp:spPr>
        <a:xfrm>
          <a:off x="1085320" y="3401402"/>
          <a:ext cx="4844619" cy="995532"/>
        </a:xfrm>
        <a:prstGeom prst="roundRect">
          <a:avLst>
            <a:gd name="adj" fmla="val 10000"/>
          </a:avLst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Server forwards data</a:t>
          </a:r>
        </a:p>
      </dsp:txBody>
      <dsp:txXfrm>
        <a:off x="1114478" y="3430560"/>
        <a:ext cx="3777434" cy="937216"/>
      </dsp:txXfrm>
    </dsp:sp>
    <dsp:sp modelId="{3C4A676E-CC50-43C3-8C8B-18C325000D67}">
      <dsp:nvSpPr>
        <dsp:cNvPr id="0" name=""/>
        <dsp:cNvSpPr/>
      </dsp:nvSpPr>
      <dsp:spPr>
        <a:xfrm>
          <a:off x="1447094" y="4535202"/>
          <a:ext cx="4844619" cy="995532"/>
        </a:xfrm>
        <a:prstGeom prst="roundRect">
          <a:avLst>
            <a:gd name="adj" fmla="val 10000"/>
          </a:avLst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Receiver decrypts message</a:t>
          </a:r>
        </a:p>
      </dsp:txBody>
      <dsp:txXfrm>
        <a:off x="1476252" y="4564360"/>
        <a:ext cx="3777434" cy="937216"/>
      </dsp:txXfrm>
    </dsp:sp>
    <dsp:sp modelId="{EAA37CB6-CB8D-4095-BE33-E1AE0DBAB786}">
      <dsp:nvSpPr>
        <dsp:cNvPr id="0" name=""/>
        <dsp:cNvSpPr/>
      </dsp:nvSpPr>
      <dsp:spPr>
        <a:xfrm>
          <a:off x="4197523" y="727291"/>
          <a:ext cx="647095" cy="647095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900" kern="1200"/>
        </a:p>
      </dsp:txBody>
      <dsp:txXfrm>
        <a:off x="4343119" y="727291"/>
        <a:ext cx="355903" cy="486939"/>
      </dsp:txXfrm>
    </dsp:sp>
    <dsp:sp modelId="{211F6769-D810-471F-9874-2D597906AB65}">
      <dsp:nvSpPr>
        <dsp:cNvPr id="0" name=""/>
        <dsp:cNvSpPr/>
      </dsp:nvSpPr>
      <dsp:spPr>
        <a:xfrm>
          <a:off x="4559297" y="1861092"/>
          <a:ext cx="647095" cy="647095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-3981555"/>
            <a:satOff val="889"/>
            <a:lumOff val="134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900" kern="1200"/>
        </a:p>
      </dsp:txBody>
      <dsp:txXfrm>
        <a:off x="4704893" y="1861092"/>
        <a:ext cx="355903" cy="486939"/>
      </dsp:txXfrm>
    </dsp:sp>
    <dsp:sp modelId="{C571F750-9D0E-4870-8629-4A4B6AB604C3}">
      <dsp:nvSpPr>
        <dsp:cNvPr id="0" name=""/>
        <dsp:cNvSpPr/>
      </dsp:nvSpPr>
      <dsp:spPr>
        <a:xfrm>
          <a:off x="4921070" y="2978300"/>
          <a:ext cx="647095" cy="647095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-7963110"/>
            <a:satOff val="1778"/>
            <a:lumOff val="267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900" kern="1200"/>
        </a:p>
      </dsp:txBody>
      <dsp:txXfrm>
        <a:off x="5066666" y="2978300"/>
        <a:ext cx="355903" cy="486939"/>
      </dsp:txXfrm>
    </dsp:sp>
    <dsp:sp modelId="{48C6517C-CD92-41AC-BE12-C645FD133619}">
      <dsp:nvSpPr>
        <dsp:cNvPr id="0" name=""/>
        <dsp:cNvSpPr/>
      </dsp:nvSpPr>
      <dsp:spPr>
        <a:xfrm>
          <a:off x="5282844" y="4123162"/>
          <a:ext cx="647095" cy="647095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-11944666"/>
            <a:satOff val="2667"/>
            <a:lumOff val="401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900" kern="1200"/>
        </a:p>
      </dsp:txBody>
      <dsp:txXfrm>
        <a:off x="5428440" y="4123162"/>
        <a:ext cx="355903" cy="48693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C01C9F-E889-422E-97AF-710D724B9C83}">
      <dsp:nvSpPr>
        <dsp:cNvPr id="0" name=""/>
        <dsp:cNvSpPr/>
      </dsp:nvSpPr>
      <dsp:spPr>
        <a:xfrm>
          <a:off x="0" y="1071918"/>
          <a:ext cx="3414946" cy="204896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Without: Server sees plaintext</a:t>
          </a:r>
        </a:p>
      </dsp:txBody>
      <dsp:txXfrm>
        <a:off x="0" y="1071918"/>
        <a:ext cx="3414946" cy="2048967"/>
      </dsp:txXfrm>
    </dsp:sp>
    <dsp:sp modelId="{BF9A9DAE-EC86-464A-ACC4-476CA6F1D288}">
      <dsp:nvSpPr>
        <dsp:cNvPr id="0" name=""/>
        <dsp:cNvSpPr/>
      </dsp:nvSpPr>
      <dsp:spPr>
        <a:xfrm>
          <a:off x="3756441" y="1071918"/>
          <a:ext cx="3414946" cy="2048967"/>
        </a:xfrm>
        <a:prstGeom prst="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With: Server sees random byte data</a:t>
          </a:r>
        </a:p>
      </dsp:txBody>
      <dsp:txXfrm>
        <a:off x="3756441" y="1071918"/>
        <a:ext cx="3414946" cy="2048967"/>
      </dsp:txXfrm>
    </dsp:sp>
    <dsp:sp modelId="{A791C502-69FF-4F1D-A042-7FFAF2707487}">
      <dsp:nvSpPr>
        <dsp:cNvPr id="0" name=""/>
        <dsp:cNvSpPr/>
      </dsp:nvSpPr>
      <dsp:spPr>
        <a:xfrm>
          <a:off x="7512882" y="1071918"/>
          <a:ext cx="3414946" cy="2048967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Demonstrating true end to end security</a:t>
          </a:r>
        </a:p>
      </dsp:txBody>
      <dsp:txXfrm>
        <a:off x="7512882" y="1071918"/>
        <a:ext cx="3414946" cy="204896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B1DFE1-046E-48DB-9E90-9A1CB96E6DF4}">
      <dsp:nvSpPr>
        <dsp:cNvPr id="0" name=""/>
        <dsp:cNvSpPr/>
      </dsp:nvSpPr>
      <dsp:spPr>
        <a:xfrm>
          <a:off x="3201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Implementing secure key exchange</a:t>
          </a:r>
        </a:p>
      </dsp:txBody>
      <dsp:txXfrm>
        <a:off x="3201" y="1669704"/>
        <a:ext cx="2539866" cy="2133487"/>
      </dsp:txXfrm>
    </dsp:sp>
    <dsp:sp modelId="{C802A43B-98EA-477D-8C18-89E9E70DEF7B}">
      <dsp:nvSpPr>
        <dsp:cNvPr id="0" name=""/>
        <dsp:cNvSpPr/>
      </dsp:nvSpPr>
      <dsp:spPr>
        <a:xfrm>
          <a:off x="739762" y="674077"/>
          <a:ext cx="1066743" cy="106674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895983" y="830298"/>
        <a:ext cx="754301" cy="754301"/>
      </dsp:txXfrm>
    </dsp:sp>
    <dsp:sp modelId="{69B627C2-8861-4A9C-AC7F-4DBB8DFCF0C6}">
      <dsp:nvSpPr>
        <dsp:cNvPr id="0" name=""/>
        <dsp:cNvSpPr/>
      </dsp:nvSpPr>
      <dsp:spPr>
        <a:xfrm>
          <a:off x="3201" y="3874237"/>
          <a:ext cx="2539866" cy="72"/>
        </a:xfrm>
        <a:prstGeom prst="rect">
          <a:avLst/>
        </a:prstGeom>
        <a:solidFill>
          <a:schemeClr val="accent2">
            <a:hueOff val="920516"/>
            <a:satOff val="-2642"/>
            <a:lumOff val="-4230"/>
            <a:alphaOff val="0"/>
          </a:schemeClr>
        </a:solidFill>
        <a:ln w="19050" cap="flat" cmpd="sng" algn="ctr">
          <a:solidFill>
            <a:schemeClr val="accent2">
              <a:hueOff val="920516"/>
              <a:satOff val="-2642"/>
              <a:lumOff val="-423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CACB29-A9AA-4544-961A-36F51A5916CE}">
      <dsp:nvSpPr>
        <dsp:cNvPr id="0" name=""/>
        <dsp:cNvSpPr/>
      </dsp:nvSpPr>
      <dsp:spPr>
        <a:xfrm>
          <a:off x="2797054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2244906"/>
            <a:satOff val="-20744"/>
            <a:lumOff val="-233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2244906"/>
              <a:satOff val="-20744"/>
              <a:lumOff val="-23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Managing nonces correctly</a:t>
          </a:r>
        </a:p>
      </dsp:txBody>
      <dsp:txXfrm>
        <a:off x="2797054" y="1669704"/>
        <a:ext cx="2539866" cy="2133487"/>
      </dsp:txXfrm>
    </dsp:sp>
    <dsp:sp modelId="{AF73D601-954C-474B-9925-EC5C87A77618}">
      <dsp:nvSpPr>
        <dsp:cNvPr id="0" name=""/>
        <dsp:cNvSpPr/>
      </dsp:nvSpPr>
      <dsp:spPr>
        <a:xfrm>
          <a:off x="3533615" y="674077"/>
          <a:ext cx="1066743" cy="1066743"/>
        </a:xfrm>
        <a:prstGeom prst="ellipse">
          <a:avLst/>
        </a:prstGeom>
        <a:solidFill>
          <a:schemeClr val="accent2">
            <a:hueOff val="1841033"/>
            <a:satOff val="-5284"/>
            <a:lumOff val="-8460"/>
            <a:alphaOff val="0"/>
          </a:schemeClr>
        </a:solidFill>
        <a:ln w="19050" cap="flat" cmpd="sng" algn="ctr">
          <a:solidFill>
            <a:schemeClr val="accent2">
              <a:hueOff val="1841033"/>
              <a:satOff val="-5284"/>
              <a:lumOff val="-846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689836" y="830298"/>
        <a:ext cx="754301" cy="754301"/>
      </dsp:txXfrm>
    </dsp:sp>
    <dsp:sp modelId="{0557BD6C-0839-459C-9215-9E0FDF294830}">
      <dsp:nvSpPr>
        <dsp:cNvPr id="0" name=""/>
        <dsp:cNvSpPr/>
      </dsp:nvSpPr>
      <dsp:spPr>
        <a:xfrm>
          <a:off x="2797054" y="3874237"/>
          <a:ext cx="2539866" cy="72"/>
        </a:xfrm>
        <a:prstGeom prst="rect">
          <a:avLst/>
        </a:prstGeom>
        <a:solidFill>
          <a:schemeClr val="accent2">
            <a:hueOff val="2761549"/>
            <a:satOff val="-7926"/>
            <a:lumOff val="-12690"/>
            <a:alphaOff val="0"/>
          </a:schemeClr>
        </a:solidFill>
        <a:ln w="19050" cap="flat" cmpd="sng" algn="ctr">
          <a:solidFill>
            <a:schemeClr val="accent2">
              <a:hueOff val="2761549"/>
              <a:satOff val="-7926"/>
              <a:lumOff val="-126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828AC5-42C2-4095-B256-41F5314FCFD6}">
      <dsp:nvSpPr>
        <dsp:cNvPr id="0" name=""/>
        <dsp:cNvSpPr/>
      </dsp:nvSpPr>
      <dsp:spPr>
        <a:xfrm>
          <a:off x="5590907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4489812"/>
            <a:satOff val="-41488"/>
            <a:lumOff val="-4677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4489812"/>
              <a:satOff val="-41488"/>
              <a:lumOff val="-4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Handling encryption errors</a:t>
          </a:r>
        </a:p>
      </dsp:txBody>
      <dsp:txXfrm>
        <a:off x="5590907" y="1669704"/>
        <a:ext cx="2539866" cy="2133487"/>
      </dsp:txXfrm>
    </dsp:sp>
    <dsp:sp modelId="{D4FF2A30-CE94-4E2F-9C21-178682CB8A5F}">
      <dsp:nvSpPr>
        <dsp:cNvPr id="0" name=""/>
        <dsp:cNvSpPr/>
      </dsp:nvSpPr>
      <dsp:spPr>
        <a:xfrm>
          <a:off x="6327469" y="674077"/>
          <a:ext cx="1066743" cy="1066743"/>
        </a:xfrm>
        <a:prstGeom prst="ellipse">
          <a:avLst/>
        </a:prstGeom>
        <a:solidFill>
          <a:schemeClr val="accent2">
            <a:hueOff val="3682065"/>
            <a:satOff val="-10567"/>
            <a:lumOff val="-16919"/>
            <a:alphaOff val="0"/>
          </a:schemeClr>
        </a:solidFill>
        <a:ln w="19050" cap="flat" cmpd="sng" algn="ctr">
          <a:solidFill>
            <a:schemeClr val="accent2">
              <a:hueOff val="3682065"/>
              <a:satOff val="-10567"/>
              <a:lumOff val="-1691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483690" y="830298"/>
        <a:ext cx="754301" cy="754301"/>
      </dsp:txXfrm>
    </dsp:sp>
    <dsp:sp modelId="{DDCF0156-FFBD-4DE3-92A7-8FE4EE653499}">
      <dsp:nvSpPr>
        <dsp:cNvPr id="0" name=""/>
        <dsp:cNvSpPr/>
      </dsp:nvSpPr>
      <dsp:spPr>
        <a:xfrm>
          <a:off x="5590907" y="3874237"/>
          <a:ext cx="2539866" cy="72"/>
        </a:xfrm>
        <a:prstGeom prst="rect">
          <a:avLst/>
        </a:prstGeom>
        <a:solidFill>
          <a:schemeClr val="accent2">
            <a:hueOff val="4602581"/>
            <a:satOff val="-13209"/>
            <a:lumOff val="-21149"/>
            <a:alphaOff val="0"/>
          </a:schemeClr>
        </a:solidFill>
        <a:ln w="19050" cap="flat" cmpd="sng" algn="ctr">
          <a:solidFill>
            <a:schemeClr val="accent2">
              <a:hueOff val="4602581"/>
              <a:satOff val="-13209"/>
              <a:lumOff val="-2114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B9BA4B-6D6F-4FD8-8E2B-5E0F7233408F}">
      <dsp:nvSpPr>
        <dsp:cNvPr id="0" name=""/>
        <dsp:cNvSpPr/>
      </dsp:nvSpPr>
      <dsp:spPr>
        <a:xfrm>
          <a:off x="8384760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Debugging encrypted data flow</a:t>
          </a:r>
        </a:p>
      </dsp:txBody>
      <dsp:txXfrm>
        <a:off x="8384760" y="1669704"/>
        <a:ext cx="2539866" cy="2133487"/>
      </dsp:txXfrm>
    </dsp:sp>
    <dsp:sp modelId="{270B76B1-849D-4D46-B469-F4C399B7D23C}">
      <dsp:nvSpPr>
        <dsp:cNvPr id="0" name=""/>
        <dsp:cNvSpPr/>
      </dsp:nvSpPr>
      <dsp:spPr>
        <a:xfrm>
          <a:off x="9121322" y="674077"/>
          <a:ext cx="1066743" cy="1066743"/>
        </a:xfrm>
        <a:prstGeom prst="ellipse">
          <a:avLst/>
        </a:prstGeom>
        <a:solidFill>
          <a:schemeClr val="accent2">
            <a:hueOff val="5523098"/>
            <a:satOff val="-15851"/>
            <a:lumOff val="-25379"/>
            <a:alphaOff val="0"/>
          </a:schemeClr>
        </a:solidFill>
        <a:ln w="19050" cap="flat" cmpd="sng" algn="ctr">
          <a:solidFill>
            <a:schemeClr val="accent2">
              <a:hueOff val="5523098"/>
              <a:satOff val="-15851"/>
              <a:lumOff val="-2537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9277543" y="830298"/>
        <a:ext cx="754301" cy="754301"/>
      </dsp:txXfrm>
    </dsp:sp>
    <dsp:sp modelId="{353BAABA-45A4-430C-B429-10382C557F26}">
      <dsp:nvSpPr>
        <dsp:cNvPr id="0" name=""/>
        <dsp:cNvSpPr/>
      </dsp:nvSpPr>
      <dsp:spPr>
        <a:xfrm>
          <a:off x="8384760" y="3874237"/>
          <a:ext cx="2539866" cy="7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B9616F-E7B9-4B5C-8198-EA340E6527B9}">
      <dsp:nvSpPr>
        <dsp:cNvPr id="0" name=""/>
        <dsp:cNvSpPr/>
      </dsp:nvSpPr>
      <dsp:spPr>
        <a:xfrm>
          <a:off x="0" y="2288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C02543-46E1-4DA7-8D02-A665A2125724}">
      <dsp:nvSpPr>
        <dsp:cNvPr id="0" name=""/>
        <dsp:cNvSpPr/>
      </dsp:nvSpPr>
      <dsp:spPr>
        <a:xfrm>
          <a:off x="350852" y="263253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7DE546-626C-4ED0-876F-5ED932DB6991}">
      <dsp:nvSpPr>
        <dsp:cNvPr id="0" name=""/>
        <dsp:cNvSpPr/>
      </dsp:nvSpPr>
      <dsp:spPr>
        <a:xfrm>
          <a:off x="1339618" y="2288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Functional encrypted chat system</a:t>
          </a:r>
        </a:p>
      </dsp:txBody>
      <dsp:txXfrm>
        <a:off x="1339618" y="2288"/>
        <a:ext cx="5024605" cy="1159843"/>
      </dsp:txXfrm>
    </dsp:sp>
    <dsp:sp modelId="{A8D5B2D9-CFD0-4B91-8E95-330FAA4E5D3C}">
      <dsp:nvSpPr>
        <dsp:cNvPr id="0" name=""/>
        <dsp:cNvSpPr/>
      </dsp:nvSpPr>
      <dsp:spPr>
        <a:xfrm>
          <a:off x="0" y="1452092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4608A4-BD97-4E4E-8F5F-584C55203B1C}">
      <dsp:nvSpPr>
        <dsp:cNvPr id="0" name=""/>
        <dsp:cNvSpPr/>
      </dsp:nvSpPr>
      <dsp:spPr>
        <a:xfrm>
          <a:off x="350852" y="1713057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547B51-5CA0-43E7-B016-3B0FEDD48EBF}">
      <dsp:nvSpPr>
        <dsp:cNvPr id="0" name=""/>
        <dsp:cNvSpPr/>
      </dsp:nvSpPr>
      <dsp:spPr>
        <a:xfrm>
          <a:off x="1339618" y="1452092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Server cannot read messages</a:t>
          </a:r>
        </a:p>
      </dsp:txBody>
      <dsp:txXfrm>
        <a:off x="1339618" y="1452092"/>
        <a:ext cx="5024605" cy="1159843"/>
      </dsp:txXfrm>
    </dsp:sp>
    <dsp:sp modelId="{0E5F0873-3402-4FBC-9F8B-870BF3DF55CE}">
      <dsp:nvSpPr>
        <dsp:cNvPr id="0" name=""/>
        <dsp:cNvSpPr/>
      </dsp:nvSpPr>
      <dsp:spPr>
        <a:xfrm>
          <a:off x="0" y="2901896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CD2736-B8D5-44EC-AD97-7BCC68B95A4B}">
      <dsp:nvSpPr>
        <dsp:cNvPr id="0" name=""/>
        <dsp:cNvSpPr/>
      </dsp:nvSpPr>
      <dsp:spPr>
        <a:xfrm>
          <a:off x="350852" y="3162861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BE7976-E14D-4A2A-A31A-E1D23EF2913C}">
      <dsp:nvSpPr>
        <dsp:cNvPr id="0" name=""/>
        <dsp:cNvSpPr/>
      </dsp:nvSpPr>
      <dsp:spPr>
        <a:xfrm>
          <a:off x="1339618" y="2901896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Authentication prevents tampering</a:t>
          </a:r>
        </a:p>
      </dsp:txBody>
      <dsp:txXfrm>
        <a:off x="1339618" y="2901896"/>
        <a:ext cx="5024605" cy="1159843"/>
      </dsp:txXfrm>
    </dsp:sp>
    <dsp:sp modelId="{AA2509D7-8B66-4815-B525-F55B7D5B9337}">
      <dsp:nvSpPr>
        <dsp:cNvPr id="0" name=""/>
        <dsp:cNvSpPr/>
      </dsp:nvSpPr>
      <dsp:spPr>
        <a:xfrm>
          <a:off x="0" y="4351700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8078EE-130A-4B90-9965-6D571F740A6E}">
      <dsp:nvSpPr>
        <dsp:cNvPr id="0" name=""/>
        <dsp:cNvSpPr/>
      </dsp:nvSpPr>
      <dsp:spPr>
        <a:xfrm>
          <a:off x="350852" y="4612665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751E2F-D8BA-4A9D-8E39-F8EFF3F95C77}">
      <dsp:nvSpPr>
        <dsp:cNvPr id="0" name=""/>
        <dsp:cNvSpPr/>
      </dsp:nvSpPr>
      <dsp:spPr>
        <a:xfrm>
          <a:off x="1339618" y="4351700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Successful message exchange</a:t>
          </a:r>
        </a:p>
      </dsp:txBody>
      <dsp:txXfrm>
        <a:off x="1339618" y="4351700"/>
        <a:ext cx="5024605" cy="115984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564B43-C935-462F-9DE3-E26488FC6459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093DBC-A2A9-47FF-B77F-C4D2A9D1E2B8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Improve TUI</a:t>
          </a:r>
        </a:p>
      </dsp:txBody>
      <dsp:txXfrm>
        <a:off x="608661" y="692298"/>
        <a:ext cx="4508047" cy="2799040"/>
      </dsp:txXfrm>
    </dsp:sp>
    <dsp:sp modelId="{09CF8B9B-0B8E-4B96-A6D6-261EB7430081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FAFCA5-9D84-4D67-AF62-8810CA396EE5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Replace RSA with Diffie-Hellman</a:t>
          </a:r>
        </a:p>
      </dsp:txBody>
      <dsp:txXfrm>
        <a:off x="6331365" y="692298"/>
        <a:ext cx="4508047" cy="2799040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2828F2-7DA5-494C-9068-9C8A36DA39E0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E62892-F52A-4BCF-A483-767F0CCAFD68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Built a real encrypted communication system</a:t>
          </a:r>
        </a:p>
      </dsp:txBody>
      <dsp:txXfrm>
        <a:off x="398656" y="1088253"/>
        <a:ext cx="2959127" cy="1837317"/>
      </dsp:txXfrm>
    </dsp:sp>
    <dsp:sp modelId="{3BBB539F-EBCA-413D-A9AC-373F9F3EB9B6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FA8B86-0971-4C6F-8CD5-AA5BFEDC7AB6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Demonstrated ChaCha20-Poly1305 in practice</a:t>
          </a:r>
        </a:p>
      </dsp:txBody>
      <dsp:txXfrm>
        <a:off x="4155097" y="1088253"/>
        <a:ext cx="2959127" cy="1837317"/>
      </dsp:txXfrm>
    </dsp:sp>
    <dsp:sp modelId="{C2964EDC-7A83-45F7-A275-ED086C4C39A9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A19AD7-7567-475B-A082-D47E3BD1BD2E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Combined theory with implementation</a:t>
          </a:r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gif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fc-editor.org/rfc/rfc8439" TargetMode="External"/><Relationship Id="rId2" Type="http://schemas.openxmlformats.org/officeDocument/2006/relationships/hyperlink" Target="https://cr.yp.to/chacha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oup-vaillant.fr/tutorials/chacha20-design" TargetMode="External"/><Relationship Id="rId5" Type="http://schemas.openxmlformats.org/officeDocument/2006/relationships/hyperlink" Target="https://eprint.iacr.org/2014/613" TargetMode="External"/><Relationship Id="rId4" Type="http://schemas.openxmlformats.org/officeDocument/2006/relationships/hyperlink" Target="https://www.rfc-editor.org/rfc/rfc790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9" name="Rectangle 198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01" name="Freeform: Shape 200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2731" y="1542402"/>
            <a:ext cx="5186842" cy="2387918"/>
          </a:xfrm>
        </p:spPr>
        <p:txBody>
          <a:bodyPr anchor="b">
            <a:normAutofit/>
          </a:bodyPr>
          <a:lstStyle/>
          <a:p>
            <a:r>
              <a:rPr lang="en-US" sz="5200">
                <a:solidFill>
                  <a:schemeClr val="tx2"/>
                </a:solidFill>
              </a:rPr>
              <a:t>ChaCha20-Poly1305 Encrypted Chat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By: Maddie, Lei, &amp; Aidan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7D45F5-6428-659A-DB58-6A8C58F4B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What is an end-to-end encrypted chat? 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41412-4B79-0B09-09EC-884C95D2E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An end to end encrypted chat is a messaging system where only the sender and the receiver can read the messages. The server only relays messages between clients, it cannot read the encrypted message.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Process:</a:t>
            </a:r>
          </a:p>
          <a:p>
            <a:pPr marL="514350" indent="-514350">
              <a:buAutoNum type="arabicPeriod"/>
            </a:pPr>
            <a:r>
              <a:rPr lang="en-US" sz="1800">
                <a:solidFill>
                  <a:schemeClr val="tx2"/>
                </a:solidFill>
              </a:rPr>
              <a:t>You type a message</a:t>
            </a:r>
          </a:p>
          <a:p>
            <a:pPr marL="514350" indent="-514350">
              <a:buAutoNum type="arabicPeriod"/>
            </a:pPr>
            <a:r>
              <a:rPr lang="en-US" sz="1800">
                <a:solidFill>
                  <a:schemeClr val="tx2"/>
                </a:solidFill>
              </a:rPr>
              <a:t>Message is encrypted on the client side</a:t>
            </a:r>
          </a:p>
          <a:p>
            <a:pPr marL="514350" indent="-514350">
              <a:buAutoNum type="arabicPeriod"/>
            </a:pPr>
            <a:r>
              <a:rPr lang="en-US" sz="1800">
                <a:solidFill>
                  <a:schemeClr val="tx2"/>
                </a:solidFill>
              </a:rPr>
              <a:t>Encrypted message travels through servers</a:t>
            </a:r>
          </a:p>
          <a:p>
            <a:pPr marL="514350" indent="-514350">
              <a:buAutoNum type="arabicPeriod"/>
            </a:pPr>
            <a:r>
              <a:rPr lang="en-US" sz="1800">
                <a:solidFill>
                  <a:schemeClr val="tx2"/>
                </a:solidFill>
              </a:rPr>
              <a:t>Receiver decrypts the message client side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Lock">
            <a:extLst>
              <a:ext uri="{FF2B5EF4-FFF2-40B4-BE49-F238E27FC236}">
                <a16:creationId xmlns:a16="http://schemas.microsoft.com/office/drawing/2014/main" id="{DF62865A-4649-22D5-5B29-3A86D16F76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286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BD5F072-4D56-7777-B648-D71F95D3FCE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3278" r="9085" b="-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AD8E59-B491-0AE6-AAD8-A87FF22B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The Problem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F1908DD-BCFB-2F96-44B2-69DA090FDA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357491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5859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34E0ED-F822-3102-3496-BB1F2D914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Project Goal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0D0B13F-48F2-3474-2E80-592B4B5FE7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9654894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05178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A6A1521-DE59-7013-EF2C-994C204F014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1312" r="9085" b="366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67D604-16F4-5BDF-5B12-A1EBBE234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System Architecture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48AF1E0-62D3-32F2-DB1A-84ED814703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582132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94196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70069D-9DB8-DDBE-C2D2-0CA89920A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Communication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426E9-FA94-DC44-6505-87C8E51B7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buAutoNum type="arabicPeriod"/>
            </a:pPr>
            <a:r>
              <a:rPr lang="en-US" sz="2000"/>
              <a:t>Key Exchange (RSA-2048)</a:t>
            </a:r>
          </a:p>
          <a:p>
            <a:pPr marL="971550" lvl="1">
              <a:buFont typeface="Courier New" panose="020B0604020202020204" pitchFamily="34" charset="0"/>
              <a:buChar char="o"/>
            </a:pPr>
            <a:r>
              <a:rPr lang="en-US" sz="2000"/>
              <a:t>Shared symmetric key  established first</a:t>
            </a:r>
          </a:p>
          <a:p>
            <a:pPr marL="514350" indent="-514350">
              <a:buAutoNum type="arabicPeriod"/>
            </a:pPr>
            <a:r>
              <a:rPr lang="en-US" sz="2000"/>
              <a:t>Secure Messaging (ChaCha20-Poly1305)</a:t>
            </a:r>
          </a:p>
          <a:p>
            <a:pPr marL="971550" lvl="1">
              <a:buFont typeface="Courier New"/>
              <a:buChar char="o"/>
            </a:pPr>
            <a:r>
              <a:rPr lang="en-US" sz="2000"/>
              <a:t>All messages encrypted after handshake</a:t>
            </a:r>
          </a:p>
        </p:txBody>
      </p:sp>
      <p:pic>
        <p:nvPicPr>
          <p:cNvPr id="5" name="Picture 4" descr="Person handing over keys">
            <a:extLst>
              <a:ext uri="{FF2B5EF4-FFF2-40B4-BE49-F238E27FC236}">
                <a16:creationId xmlns:a16="http://schemas.microsoft.com/office/drawing/2014/main" id="{192CAB26-0C66-AEF4-03F2-05D801A5B1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646" r="25040" b="-3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448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8610E7-8ED1-03D0-56C4-B44E63A22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What is ChaCha20-Poly1305?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F3E44-EC5E-F2B6-BEE6-04751AF60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/>
              <a:t>Authenticated Encryption with Associated Data (AEAD) Cipher</a:t>
            </a:r>
          </a:p>
          <a:p>
            <a:r>
              <a:rPr lang="en-US" sz="2000"/>
              <a:t>Combines: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/>
              <a:t>ChaCha20 (stream cipher)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/>
              <a:t>Poly1305 (message authentication code)</a:t>
            </a:r>
          </a:p>
          <a:p>
            <a:r>
              <a:rPr lang="en-US" sz="2000"/>
              <a:t>Provides confidentiality and integrity</a:t>
            </a:r>
          </a:p>
          <a:p>
            <a:r>
              <a:rPr lang="en-US" sz="2000"/>
              <a:t>Used in </a:t>
            </a:r>
            <a:r>
              <a:rPr lang="en-US" sz="2000" err="1"/>
              <a:t>WireGuard</a:t>
            </a:r>
            <a:r>
              <a:rPr lang="en-US" sz="2000"/>
              <a:t>, Signal and TLS</a:t>
            </a:r>
          </a:p>
          <a:p>
            <a:r>
              <a:rPr lang="en-US" sz="2000"/>
              <a:t>Provides both encryption and authentication in a single construction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FC5B86-8B3B-DA69-5193-B688789209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284" r="29788" b="6250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9257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761F6-104D-0D1D-D708-69B5F0FFB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ChaCha20 Encryption Actually Happens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FE69B-6590-011B-266B-AA3C0256A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Stream Cipher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Its core is a pseudorandom number generator. 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Ciphertext = plaintext XOR ChaCha20Keystream(key, nonce, counter)</a:t>
            </a:r>
          </a:p>
          <a:p>
            <a:r>
              <a:rPr lang="en-US"/>
              <a:t>The Quarter Round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ChaCha20 scrambles 512-bit blocks by applying 80 quarter rounds. The quarter round scrambles  four 32-bit numbers.</a:t>
            </a:r>
          </a:p>
        </p:txBody>
      </p:sp>
      <p:pic>
        <p:nvPicPr>
          <p:cNvPr id="4" name="Picture 3" descr="A group of letters and numbers&#10;&#10;AI-generated content may be incorrect.">
            <a:extLst>
              <a:ext uri="{FF2B5EF4-FFF2-40B4-BE49-F238E27FC236}">
                <a16:creationId xmlns:a16="http://schemas.microsoft.com/office/drawing/2014/main" id="{749D0931-D6FD-C73E-5B22-9B06F60AD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189" y="4389548"/>
            <a:ext cx="6681623" cy="220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20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1338C1-F6B3-10B5-1B6B-C0A683A3C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How ChaCha20 Encryption Actually Happens</a:t>
            </a:r>
          </a:p>
          <a:p>
            <a:endParaRPr lang="en-US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1E7929B-B43D-9B4B-3443-CED8692112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648237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162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94ADBDD-24E1-64E9-53BD-434E122D1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394155"/>
            <a:ext cx="12192000" cy="4463845"/>
          </a:xfrm>
          <a:prstGeom prst="rect">
            <a:avLst/>
          </a:prstGeom>
          <a:solidFill>
            <a:schemeClr val="bg1">
              <a:lumMod val="9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D313B3-5C7F-1D90-46D3-4A30A8E7C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8" y="679273"/>
            <a:ext cx="6248401" cy="18138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/>
              <a:t>Column and Diagonal Quarter Rounds</a:t>
            </a:r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92712F8-36FA-35DF-0CE8-4098D9332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1333" y="81888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number on a white background&#10;&#10;AI-generated content may be incorrect.">
            <a:extLst>
              <a:ext uri="{FF2B5EF4-FFF2-40B4-BE49-F238E27FC236}">
                <a16:creationId xmlns:a16="http://schemas.microsoft.com/office/drawing/2014/main" id="{49004FE7-7E0F-C1FE-FBF4-584EBC936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9161" y="3761712"/>
            <a:ext cx="3440993" cy="1520796"/>
          </a:xfrm>
          <a:prstGeom prst="rect">
            <a:avLst/>
          </a:prstGeom>
        </p:spPr>
      </p:pic>
      <p:pic>
        <p:nvPicPr>
          <p:cNvPr id="6" name="Picture 5" descr="A number on a white background&#10;&#10;AI-generated content may be incorrect.">
            <a:extLst>
              <a:ext uri="{FF2B5EF4-FFF2-40B4-BE49-F238E27FC236}">
                <a16:creationId xmlns:a16="http://schemas.microsoft.com/office/drawing/2014/main" id="{287A3F34-E6E2-2ECD-7ACC-40B702EFE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531" y="3432107"/>
            <a:ext cx="3440991" cy="2180008"/>
          </a:xfrm>
          <a:prstGeom prst="rect">
            <a:avLst/>
          </a:prstGeom>
        </p:spPr>
      </p:pic>
      <p:pic>
        <p:nvPicPr>
          <p:cNvPr id="4" name="Content Placeholder 3" descr="A number on a white background&#10;&#10;AI-generated content may be incorrect.">
            <a:extLst>
              <a:ext uri="{FF2B5EF4-FFF2-40B4-BE49-F238E27FC236}">
                <a16:creationId xmlns:a16="http://schemas.microsoft.com/office/drawing/2014/main" id="{34EE4D89-1FA6-F2AA-D142-7AB6F34751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038125" y="3758276"/>
            <a:ext cx="3440991" cy="165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8171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0D320-24AD-06BD-B98D-6DB243EBC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From ChaCha20 State to Ciphertext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4D789-0CCA-06DB-A76A-548BD974A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600">
                <a:solidFill>
                  <a:schemeClr val="tx1">
                    <a:lumMod val="85000"/>
                    <a:lumOff val="15000"/>
                  </a:schemeClr>
                </a:solidFill>
              </a:rPr>
              <a:t>ChaCha20 does not directly encrypt the plaintext inside the matrix</a:t>
            </a:r>
          </a:p>
          <a:p>
            <a:r>
              <a:rPr lang="en-US" sz="1600">
                <a:solidFill>
                  <a:schemeClr val="tx1">
                    <a:lumMod val="85000"/>
                    <a:lumOff val="15000"/>
                  </a:schemeClr>
                </a:solidFill>
              </a:rPr>
              <a:t>The matrix is scrambled to produce a 512 bit keystream block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>
                <a:solidFill>
                  <a:schemeClr val="tx1">
                    <a:lumMod val="85000"/>
                    <a:lumOff val="15000"/>
                  </a:schemeClr>
                </a:solidFill>
              </a:rPr>
              <a:t>The key, nonce, and counter determine this keystream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>
                <a:solidFill>
                  <a:schemeClr val="tx1">
                    <a:lumMod val="85000"/>
                    <a:lumOff val="15000"/>
                  </a:schemeClr>
                </a:solidFill>
              </a:rPr>
              <a:t>A different counter produces a different keystream block</a:t>
            </a:r>
          </a:p>
          <a:p>
            <a:r>
              <a:rPr lang="en-US" sz="1600">
                <a:solidFill>
                  <a:schemeClr val="tx1">
                    <a:lumMod val="85000"/>
                    <a:lumOff val="15000"/>
                  </a:schemeClr>
                </a:solidFill>
              </a:rPr>
              <a:t>The keystream block is XORed with the plaintext block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>
                <a:solidFill>
                  <a:schemeClr val="tx1">
                    <a:lumMod val="85000"/>
                    <a:lumOff val="15000"/>
                  </a:schemeClr>
                </a:solidFill>
              </a:rPr>
              <a:t>Plaintext XOR Keystream = Ciphertext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>
                <a:solidFill>
                  <a:schemeClr val="tx1">
                    <a:lumMod val="85000"/>
                    <a:lumOff val="15000"/>
                  </a:schemeClr>
                </a:solidFill>
              </a:rPr>
              <a:t>Ciphertext XOR Keystream = Plaintext</a:t>
            </a:r>
          </a:p>
          <a:p>
            <a:r>
              <a:rPr lang="en-US" sz="1600">
                <a:solidFill>
                  <a:schemeClr val="tx1">
                    <a:lumMod val="85000"/>
                    <a:lumOff val="15000"/>
                  </a:schemeClr>
                </a:solidFill>
              </a:rPr>
              <a:t>This is why ChaCha20 encryption use the same operation</a:t>
            </a:r>
          </a:p>
          <a:p>
            <a:pPr marL="0" indent="0">
              <a:buNone/>
            </a:pPr>
            <a:endParaRPr lang="en-US" sz="16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indent="0">
              <a:buNone/>
            </a:pPr>
            <a:r>
              <a:rPr lang="en-US" sz="1600">
                <a:solidFill>
                  <a:schemeClr val="tx1">
                    <a:lumMod val="85000"/>
                    <a:lumOff val="15000"/>
                  </a:schemeClr>
                </a:solidFill>
              </a:rPr>
              <a:t>Key+Nonce+Counter --&gt; 4x4 ChaCha20 State --&gt; 20 Rounds of Quarter Round Mixing --&gt; 512-bit Keystream Block --&gt; Plaintext Block XOR Keystream Block --&gt; Ciphertext Block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 sz="16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90007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C7994A-3C18-4EF5-3DC2-4234C8E88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What is a Nonce? 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C78B0-EEA6-DC87-C2D5-5E923F3AE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Definition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A nonce is a number that is used once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It is a public value used alongside the key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It ensures each encryption produces a unique keystream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Role in ChaCha20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Input: Key + Nonce + Counter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Output: Pseudorandom keystream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The nonce guarantees that the same key and a difference nonce produces a different keystream.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Why it matters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Prevents reuse of the same keystream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Ensures secure encryption across multiple messages</a:t>
            </a:r>
          </a:p>
        </p:txBody>
      </p:sp>
    </p:spTree>
    <p:extLst>
      <p:ext uri="{BB962C8B-B14F-4D97-AF65-F5344CB8AC3E}">
        <p14:creationId xmlns:p14="http://schemas.microsoft.com/office/powerpoint/2010/main" val="27337397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F14FF7-5A6C-64D8-FD88-B6057066D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Why ChaCha20-Poly1305?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557F2-693D-0297-7061-B213E970B3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Fast in software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Uses simple CPU operations: addition, XOR, bit rotation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Performs well without specialized hardware acceleration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Secure stream cipher design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ChaCha20 generates a pseudorandom keystream instead of encrypting blocks directly.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The plaintext is encrypted by XORing it with the keystream.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Built in authentication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Poly1305 creates an authentication tag for the ciphertext.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If the ciphertext or tag is modified, decryption fails.</a:t>
            </a:r>
          </a:p>
        </p:txBody>
      </p:sp>
    </p:spTree>
    <p:extLst>
      <p:ext uri="{BB962C8B-B14F-4D97-AF65-F5344CB8AC3E}">
        <p14:creationId xmlns:p14="http://schemas.microsoft.com/office/powerpoint/2010/main" val="412444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B8E714-94C9-6F41-A010-9F3012767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5623D3-0E74-3945-D99D-1E50357C5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Why ChaCha20-Poly1305?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2236A-36E4-76DC-7285-2429C91BC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Resistant to timing and cache attacks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Avoids lookup tables used by some cipher designs.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More consistent execution helps reduce side channel leakage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Good for real world communication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Efficient for client server messaging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Used in modern protocols like TLS, QUIC, VPN connections, and OpenSSH</a:t>
            </a:r>
          </a:p>
        </p:txBody>
      </p:sp>
    </p:spTree>
    <p:extLst>
      <p:ext uri="{BB962C8B-B14F-4D97-AF65-F5344CB8AC3E}">
        <p14:creationId xmlns:p14="http://schemas.microsoft.com/office/powerpoint/2010/main" val="698439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301477-7452-3099-A7B1-EAB255727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ChaCha20: Stream Cipher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45C02-B73D-984D-65D5-7417C53F5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Stream Cipher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Encrypts data by generating a pseudorandom keystream.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The keystream is combined with plaintext using XOR.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Inputs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256 bit key: Secret value shared by sender and receiver.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96 bit nonce: Unique value for each message.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Counter: Tracks each 64 byte keystream block.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Encryption step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Ciphertext = Plaintext (XOR) Keystream</a:t>
            </a:r>
          </a:p>
        </p:txBody>
      </p:sp>
    </p:spTree>
    <p:extLst>
      <p:ext uri="{BB962C8B-B14F-4D97-AF65-F5344CB8AC3E}">
        <p14:creationId xmlns:p14="http://schemas.microsoft.com/office/powerpoint/2010/main" val="392836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F100E5-FB10-424C-8F62-85A19F548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ChaCha20: Internal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44B11-2C28-B6A5-D31F-1CE87C74A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512 bit state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ChaCha20 uses a 4x4 matrix of 32 bit words.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Total state size: 16 words x 32 bites = 512 bits.</a:t>
            </a:r>
          </a:p>
          <a:p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20 rounds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Organized as 10 double-rounds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It's where the 20 in ChaCha20 comes from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Each double-round mixes columns and diagonals.</a:t>
            </a:r>
          </a:p>
          <a:p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Quarter Round Operation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Uses only: addition, XOR, and bit rotation</a:t>
            </a:r>
          </a:p>
          <a:p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Result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solidFill>
                  <a:schemeClr val="tx1">
                    <a:lumMod val="85000"/>
                    <a:lumOff val="15000"/>
                  </a:schemeClr>
                </a:solidFill>
              </a:rPr>
              <a:t>The mixed state becomes a keystream block.</a:t>
            </a:r>
          </a:p>
        </p:txBody>
      </p:sp>
    </p:spTree>
    <p:extLst>
      <p:ext uri="{BB962C8B-B14F-4D97-AF65-F5344CB8AC3E}">
        <p14:creationId xmlns:p14="http://schemas.microsoft.com/office/powerpoint/2010/main" val="2473015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1C929B-E7C3-B521-C553-099A3FF70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Poly1305: Message Authentication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6A6A-2633-4E77-D477-2F3DD2945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Message Authentication Code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Poly1305 does not encrypt data.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It verifies that the encrypted message was not modified or tampered with.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Produces authentication tag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Outputs a 16 byte tag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The receiver recomputes the tag during decryption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Detects tampering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If ciphertext changes, the tag will not match.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If the tag fails, the message is rejected.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Key idea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ChaCha20 encrypts the message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Poly1305 protects the message from modification</a:t>
            </a:r>
          </a:p>
        </p:txBody>
      </p:sp>
    </p:spTree>
    <p:extLst>
      <p:ext uri="{BB962C8B-B14F-4D97-AF65-F5344CB8AC3E}">
        <p14:creationId xmlns:p14="http://schemas.microsoft.com/office/powerpoint/2010/main" val="1825212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716AE-9057-C09B-0936-9F18F580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Poly1305: How the Tag is Created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7D335-15CE-070D-5922-2D4CB3095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One time Poly1305 key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Generated from ChaCha20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Must only be used once for a given message</a:t>
            </a:r>
          </a:p>
          <a:p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Message treated as numbers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Data is split into blocks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Blocks are processed mathematically</a:t>
            </a:r>
          </a:p>
          <a:p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Polynomial evaluation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Poly1305 evaluates a polynomial modulo 2^(130)-5, a large prime close to a power of two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Keeps math efficient while making the authentication tag very sensitive to message changes</a:t>
            </a:r>
          </a:p>
          <a:p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Final output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Produces a 16 byte authentication tag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Tag is sent with the ciphertext</a:t>
            </a:r>
          </a:p>
        </p:txBody>
      </p:sp>
    </p:spTree>
    <p:extLst>
      <p:ext uri="{BB962C8B-B14F-4D97-AF65-F5344CB8AC3E}">
        <p14:creationId xmlns:p14="http://schemas.microsoft.com/office/powerpoint/2010/main" val="539507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20FE5-BFE5-65EA-21D5-4DC665DA5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AEAD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F3EC8-DF3E-108B-4437-E150A5CC2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Authenticated Encryption with Associated Data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Provides confidentiality, integrity, and authentication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Encrypts the message and verifies it was not modified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ChaCha20 handles encryption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Generates a pseudorandom keystream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Plaintext is XORed with the keystream to create ciphertext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Poly1305 handles authentication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Computes a 16 byte tag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Authenticates the ciphertext and optional associated data</a:t>
            </a:r>
          </a:p>
        </p:txBody>
      </p:sp>
    </p:spTree>
    <p:extLst>
      <p:ext uri="{BB962C8B-B14F-4D97-AF65-F5344CB8AC3E}">
        <p14:creationId xmlns:p14="http://schemas.microsoft.com/office/powerpoint/2010/main" val="825522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665347-C37E-9569-3B81-91E2228C9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CA3500-DCFC-20BC-893D-C007B56EC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AEAD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66789-B4E6-D1E0-8D62-CBF63A55A2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Associated Data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Data that is authenticated but not encrypted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Example: headers, usernames, message type, timestamps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Final output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Ciphertext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Nonce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Authentication tag</a:t>
            </a:r>
          </a:p>
        </p:txBody>
      </p:sp>
    </p:spTree>
    <p:extLst>
      <p:ext uri="{BB962C8B-B14F-4D97-AF65-F5344CB8AC3E}">
        <p14:creationId xmlns:p14="http://schemas.microsoft.com/office/powerpoint/2010/main" val="1102126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80F251-5959-85FD-2FA4-BE4165398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Encryption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059FB-C4E3-489D-B0A2-96612B6B0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Generate or load 256 bit key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The key is the shared secret between sender and receiver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The same key is required for both encryption and decryption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Generate unique 96 bit nonce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The nonce does not need to be secret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Is a one time use number to prevent the same plaintext leading to the same ciphertext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Generate Poly1305 one time key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ChaCha20 block counter 0 is used to derive the Poly1305 key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This key is only used for authenticating this message</a:t>
            </a:r>
          </a:p>
        </p:txBody>
      </p:sp>
    </p:spTree>
    <p:extLst>
      <p:ext uri="{BB962C8B-B14F-4D97-AF65-F5344CB8AC3E}">
        <p14:creationId xmlns:p14="http://schemas.microsoft.com/office/powerpoint/2010/main" val="2590040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1E8C5-C4E9-5538-C865-A3CE8B385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4A6FB1-7540-E39E-03DD-D88A363F2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Encryption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C391-E00D-6D50-4FE4-BD3BB1E6A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Encrypt plaintext with ChaCha20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ChaCha20 generates a keystream starting at counter 1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Plaintext is XORed with the keystream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Authenticate with Poly1305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Poly1305 computes a tag over: associated data, ciphertext, and length fields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Output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Nonce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Ciphertext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Authentication tag</a:t>
            </a:r>
          </a:p>
        </p:txBody>
      </p:sp>
    </p:spTree>
    <p:extLst>
      <p:ext uri="{BB962C8B-B14F-4D97-AF65-F5344CB8AC3E}">
        <p14:creationId xmlns:p14="http://schemas.microsoft.com/office/powerpoint/2010/main" val="2113576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B135AA-B519-DEEB-E6EE-DEA264270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C65045-CCD9-A55A-0838-1B045815F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Decryption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B75A9-B360-BF7E-F195-F09F5C9703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Receive encrypted package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Nonce, ciphertext, authentication tag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Recompute Poly1305 tag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Receiver uses the same key and nonce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Poly1305 recomputes the expected tag from the ciphertext and associated data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Compare authentication tags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If the received tag does not match, the message is rejected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This means the ciphertext, tag, or associated data may have been modified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 sz="20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1459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A1265-F187-C985-CCD6-C2F38F75B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F3B6F2-1779-1694-3BB6-A4261A633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Decryption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BAC55-E379-8B32-061C-F27523E0B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Regenerate ChaCha20 keystream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If verification succeeds, ChaCha20 rebuilds the same keystream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Same key + same nonce + same counter = Same keystream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Recover plaintext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Ciphertext is XORed with the keystream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Return plaintext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Only valid messages are decrypted and accepted</a:t>
            </a:r>
          </a:p>
        </p:txBody>
      </p:sp>
    </p:spTree>
    <p:extLst>
      <p:ext uri="{BB962C8B-B14F-4D97-AF65-F5344CB8AC3E}">
        <p14:creationId xmlns:p14="http://schemas.microsoft.com/office/powerpoint/2010/main" val="1148901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9F87C6-FF8E-6CE7-2F69-EA3C68481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Implementation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F60AA-C196-01F4-B012-EAAE74173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Python client-server model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Sender encrypts the message before transmission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Receiver verifies and decrypts the message after receiving it</a:t>
            </a:r>
          </a:p>
          <a:p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Cryptography library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Handles ChaCha20-Poly1305 encryption and decryption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Reduces risk of implementing low level cryptography incorrectly</a:t>
            </a:r>
          </a:p>
          <a:p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Socket communication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Encrypted message is sent over the network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Server forwards encrypted data rather than reader plaintext</a:t>
            </a:r>
          </a:p>
          <a:p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Data sent across the network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Nonce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Ciphertext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</a:rPr>
              <a:t>Authentication tag</a:t>
            </a:r>
          </a:p>
        </p:txBody>
      </p:sp>
    </p:spTree>
    <p:extLst>
      <p:ext uri="{BB962C8B-B14F-4D97-AF65-F5344CB8AC3E}">
        <p14:creationId xmlns:p14="http://schemas.microsoft.com/office/powerpoint/2010/main" val="2714807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BD6193-F2B6-E22B-A2CE-F8AA313F6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Hybrid Encryption Design in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5B995-06C6-EBF7-CBA3-6BFC05599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33425"/>
            <a:ext cx="5135592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ChaCha20-Poly1305 handles message encryption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Encrypts plaintext using a fast symmetric cipher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Produces ciphertext and authentication tag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RSA handles key protection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Public key encrypts the ChaCha20 symmetric key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Private key decrypts the symmetric key on the receiver side</a:t>
            </a:r>
          </a:p>
          <a:p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Why combine them?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RSA is useful for securely sharing keys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1">
                    <a:lumMod val="85000"/>
                    <a:lumOff val="15000"/>
                  </a:schemeClr>
                </a:solidFill>
              </a:rPr>
              <a:t>ChaCha20-Poly1305 is faster for encrypting actual messages</a:t>
            </a:r>
          </a:p>
        </p:txBody>
      </p:sp>
    </p:spTree>
    <p:extLst>
      <p:ext uri="{BB962C8B-B14F-4D97-AF65-F5344CB8AC3E}">
        <p14:creationId xmlns:p14="http://schemas.microsoft.com/office/powerpoint/2010/main" val="12010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512467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AF02E0-706B-A42E-35F1-BE3DE93DE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3467"/>
            <a:ext cx="2951205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Message Flow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462229B-61AF-A279-87F3-210B49F801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3982826"/>
              </p:ext>
            </p:extLst>
          </p:nvPr>
        </p:nvGraphicFramePr>
        <p:xfrm>
          <a:off x="5207640" y="643466"/>
          <a:ext cx="6291714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92335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9021C4-7AEA-265C-9D02-ABA6A26F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Encrypted vs. Unencrypted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BF59DFD-DD42-0386-37B3-DF9D06647E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332319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230520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8B51C7-D84F-EA23-E914-C5586AA9A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Security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9689D-076C-612A-C1AD-6104E2D0C7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/>
              <a:t>Confidentiality (data is hidden)</a:t>
            </a:r>
          </a:p>
          <a:p>
            <a:r>
              <a:rPr lang="en-US" sz="2000"/>
              <a:t>Integrity (no modification is allowed)</a:t>
            </a:r>
          </a:p>
          <a:p>
            <a:r>
              <a:rPr lang="en-US" sz="2000"/>
              <a:t>Authentication (valid sender)</a:t>
            </a:r>
          </a:p>
          <a:p>
            <a:r>
              <a:rPr lang="en-US" sz="2000"/>
              <a:t>Resistance to timing attacks</a:t>
            </a:r>
          </a:p>
        </p:txBody>
      </p:sp>
      <p:pic>
        <p:nvPicPr>
          <p:cNvPr id="5" name="Picture 4" descr="Illuminated server room panel">
            <a:extLst>
              <a:ext uri="{FF2B5EF4-FFF2-40B4-BE49-F238E27FC236}">
                <a16:creationId xmlns:a16="http://schemas.microsoft.com/office/drawing/2014/main" id="{2E63584B-633B-B349-961D-AAF6203217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491" r="27196" b="-3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23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D4A87-97FB-25CB-7F56-1957F775D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Real 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A6F31-C35A-747E-4918-CB8891DFA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err="1"/>
              <a:t>WireGuard</a:t>
            </a:r>
            <a:r>
              <a:rPr lang="en-US"/>
              <a:t> VPN</a:t>
            </a:r>
          </a:p>
          <a:p>
            <a:r>
              <a:rPr lang="en-US"/>
              <a:t>HTTPS</a:t>
            </a:r>
          </a:p>
          <a:p>
            <a:r>
              <a:rPr lang="en-US"/>
              <a:t>TLS</a:t>
            </a:r>
          </a:p>
          <a:p>
            <a:r>
              <a:rPr lang="en-US"/>
              <a:t>WhatsApp</a:t>
            </a:r>
          </a:p>
          <a:p>
            <a:r>
              <a:rPr lang="en-US"/>
              <a:t>OpenSSH</a:t>
            </a:r>
          </a:p>
          <a:p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2BF3A37-FA75-07A1-1500-759E55E9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62697" y="225972"/>
            <a:ext cx="2017987" cy="2017987"/>
          </a:xfrm>
          <a:prstGeom prst="rect">
            <a:avLst/>
          </a:prstGeom>
        </p:spPr>
      </p:pic>
      <p:pic>
        <p:nvPicPr>
          <p:cNvPr id="6" name="Picture 5" descr="File:HTTPS icon.png - Wikimedia Commons">
            <a:extLst>
              <a:ext uri="{FF2B5EF4-FFF2-40B4-BE49-F238E27FC236}">
                <a16:creationId xmlns:a16="http://schemas.microsoft.com/office/drawing/2014/main" id="{BDAD68AD-D0B9-1C9A-C080-00D3C7527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3399" y="1341055"/>
            <a:ext cx="3295650" cy="1390650"/>
          </a:xfrm>
          <a:prstGeom prst="rect">
            <a:avLst/>
          </a:prstGeom>
        </p:spPr>
      </p:pic>
      <p:pic>
        <p:nvPicPr>
          <p:cNvPr id="7" name="Graphic 6" descr="TLS Encryption - Flat - Wired - Lordicon">
            <a:extLst>
              <a:ext uri="{FF2B5EF4-FFF2-40B4-BE49-F238E27FC236}">
                <a16:creationId xmlns:a16="http://schemas.microsoft.com/office/drawing/2014/main" id="{F7019D8D-7B42-CCBA-9F2A-F1EA7D12B2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00090" y="2418693"/>
            <a:ext cx="2743200" cy="2743200"/>
          </a:xfrm>
          <a:prstGeom prst="rect">
            <a:avLst/>
          </a:prstGeom>
        </p:spPr>
      </p:pic>
      <p:pic>
        <p:nvPicPr>
          <p:cNvPr id="9" name="Picture 8" descr="File:WhatsApp.svg - Wikimedia Commons">
            <a:extLst>
              <a:ext uri="{FF2B5EF4-FFF2-40B4-BE49-F238E27FC236}">
                <a16:creationId xmlns:a16="http://schemas.microsoft.com/office/drawing/2014/main" id="{401D214C-7DB6-FED7-9250-749AB08C8E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9835" y="3020902"/>
            <a:ext cx="2143125" cy="2143125"/>
          </a:xfrm>
          <a:prstGeom prst="rect">
            <a:avLst/>
          </a:prstGeom>
        </p:spPr>
      </p:pic>
      <p:pic>
        <p:nvPicPr>
          <p:cNvPr id="10" name="Picture 9" descr="OpenSSH">
            <a:extLst>
              <a:ext uri="{FF2B5EF4-FFF2-40B4-BE49-F238E27FC236}">
                <a16:creationId xmlns:a16="http://schemas.microsoft.com/office/drawing/2014/main" id="{336DC1F0-D916-1EEB-9034-969CB04BF1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2539" y="5090962"/>
            <a:ext cx="3728541" cy="123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712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79C81B-8652-BBDE-221C-FCAA5B423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Challenges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D0C33ED-DD7E-3EE8-03B7-C217B87336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862782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98305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874925-64D2-AD38-5A7E-ABB945246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Results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71A364-52DD-59E1-CB9A-462577E64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0914872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510410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898A34-1CA6-9A42-5A13-2210E6066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Future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0E8F70E-13E2-72AF-9492-EB326495D2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5518598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884483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6ECC3B-27AA-34A5-3559-90109711E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Conclusion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6B1A9A3-FE5E-94DB-44E6-EED4BBA70A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6045307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45066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28D25-5ACA-551A-3F79-492E77BC1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DA663-FD0A-1361-CCD9-189CF82AF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Client: `python3 client.py` ( or PlainChatClient.py )</a:t>
            </a:r>
          </a:p>
          <a:p>
            <a:r>
              <a:rPr lang="en-US"/>
              <a:t>Server: `python3 server.py` (or PlainChatServer.py )</a:t>
            </a:r>
          </a:p>
        </p:txBody>
      </p:sp>
    </p:spTree>
    <p:extLst>
      <p:ext uri="{BB962C8B-B14F-4D97-AF65-F5344CB8AC3E}">
        <p14:creationId xmlns:p14="http://schemas.microsoft.com/office/powerpoint/2010/main" val="24308199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Yellow question mark">
            <a:extLst>
              <a:ext uri="{FF2B5EF4-FFF2-40B4-BE49-F238E27FC236}">
                <a16:creationId xmlns:a16="http://schemas.microsoft.com/office/drawing/2014/main" id="{422D7AD9-A23D-EDF6-BB11-F8B4565593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263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C9CA03-7248-49C0-3F66-2A3FDF5B5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411957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AD517-23DD-0B4F-F034-B8A03C2A6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4116"/>
            <a:ext cx="10515600" cy="1325563"/>
          </a:xfrm>
        </p:spPr>
        <p:txBody>
          <a:bodyPr/>
          <a:lstStyle/>
          <a:p>
            <a:r>
              <a:rPr lang="en-US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8E655-90A0-0D75-AB1E-D59681C58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4005"/>
            <a:ext cx="10515600" cy="6046130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>
              <a:buNone/>
            </a:pPr>
            <a:r>
              <a:rPr lang="en-US">
                <a:ea typeface="+mn-lt"/>
                <a:cs typeface="+mn-lt"/>
              </a:rPr>
              <a:t>Bernstein, D. J. “</a:t>
            </a:r>
            <a:r>
              <a:rPr lang="en-US" err="1">
                <a:ea typeface="+mn-lt"/>
                <a:cs typeface="+mn-lt"/>
              </a:rPr>
              <a:t>ChaCha</a:t>
            </a:r>
            <a:r>
              <a:rPr lang="en-US">
                <a:ea typeface="+mn-lt"/>
                <a:cs typeface="+mn-lt"/>
              </a:rPr>
              <a:t>, a variant of Salsa20.” 2008.</a:t>
            </a: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  <a:hlinkClick r:id="rId2"/>
              </a:rPr>
              <a:t>https://cr.yp.to/chacha.html</a:t>
            </a: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</a:rPr>
              <a:t>Bernstein, D. J. “The Poly1305-AES message-authentication code.” Fast Software Encryption, 2005.</a:t>
            </a: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</a:rPr>
              <a:t>Nir, Y., and Langley, A. “ChaCha20 and Poly1305 for IETF Protocols.” RFC 8439, 2018.</a:t>
            </a: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  <a:hlinkClick r:id="rId3"/>
              </a:rPr>
              <a:t>https://www.rfc-editor.org/rfc/rfc8439</a:t>
            </a: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</a:rPr>
              <a:t>Langley, A., Chang, W., </a:t>
            </a:r>
            <a:r>
              <a:rPr lang="en-US" err="1">
                <a:ea typeface="+mn-lt"/>
                <a:cs typeface="+mn-lt"/>
              </a:rPr>
              <a:t>Mayrogiannopoulos</a:t>
            </a:r>
            <a:r>
              <a:rPr lang="en-US">
                <a:ea typeface="+mn-lt"/>
                <a:cs typeface="+mn-lt"/>
              </a:rPr>
              <a:t>, N., </a:t>
            </a:r>
            <a:r>
              <a:rPr lang="en-US" err="1">
                <a:ea typeface="+mn-lt"/>
                <a:cs typeface="+mn-lt"/>
              </a:rPr>
              <a:t>Strombergson</a:t>
            </a:r>
            <a:r>
              <a:rPr lang="en-US">
                <a:ea typeface="+mn-lt"/>
                <a:cs typeface="+mn-lt"/>
              </a:rPr>
              <a:t>, J., and Josefsson, S. “ChaCha20-Poly1305 Cipher Suites for Transport Layer Security (TLS).” RFC 7905, 2016.</a:t>
            </a: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  <a:hlinkClick r:id="rId4"/>
              </a:rPr>
              <a:t>https://www.rfc-editor.org/rfc/rfc7905</a:t>
            </a: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</a:rPr>
              <a:t>Procter, G. “A Security Analysis of the Composition of ChaCha20 and Poly1305.” Cryptology </a:t>
            </a:r>
            <a:r>
              <a:rPr lang="en-US" err="1">
                <a:ea typeface="+mn-lt"/>
                <a:cs typeface="+mn-lt"/>
              </a:rPr>
              <a:t>ePrint</a:t>
            </a:r>
            <a:r>
              <a:rPr lang="en-US">
                <a:ea typeface="+mn-lt"/>
                <a:cs typeface="+mn-lt"/>
              </a:rPr>
              <a:t> Archive, 2014.</a:t>
            </a: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  <a:hlinkClick r:id="rId5"/>
              </a:rPr>
              <a:t>https://eprint.iacr.org/2014/613</a:t>
            </a: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</a:rPr>
              <a:t>Vaillant, L. “The design of ChaCha20.”</a:t>
            </a:r>
            <a:endParaRPr lang="en-US"/>
          </a:p>
          <a:p>
            <a:pPr marL="0" indent="0">
              <a:buNone/>
            </a:pPr>
            <a:r>
              <a:rPr lang="en-US">
                <a:ea typeface="+mn-lt"/>
                <a:cs typeface="+mn-lt"/>
                <a:hlinkClick r:id="rId6"/>
              </a:rPr>
              <a:t>https://loup-vaillant.fr/tutorials/chacha20-design</a:t>
            </a: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91698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37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office theme</vt:lpstr>
      <vt:lpstr>ChaCha20-Poly1305 Encrypted Chat</vt:lpstr>
      <vt:lpstr>What is an end-to-end encrypted chat? </vt:lpstr>
      <vt:lpstr>The Problem</vt:lpstr>
      <vt:lpstr>Project Goal</vt:lpstr>
      <vt:lpstr>System Architecture</vt:lpstr>
      <vt:lpstr>Communication Phases</vt:lpstr>
      <vt:lpstr>What is ChaCha20-Poly1305?</vt:lpstr>
      <vt:lpstr>How ChaCha20 Encryption Actually Happens</vt:lpstr>
      <vt:lpstr>How ChaCha20 Encryption Actually Happens </vt:lpstr>
      <vt:lpstr>Column and Diagonal Quarter Rounds</vt:lpstr>
      <vt:lpstr>From ChaCha20 State to Ciphertext</vt:lpstr>
      <vt:lpstr>What is a Nonce? </vt:lpstr>
      <vt:lpstr>Why ChaCha20-Poly1305?</vt:lpstr>
      <vt:lpstr>Why ChaCha20-Poly1305?</vt:lpstr>
      <vt:lpstr>ChaCha20: Stream Cipher</vt:lpstr>
      <vt:lpstr>ChaCha20: Internal State</vt:lpstr>
      <vt:lpstr>Poly1305: Message Authentication Code</vt:lpstr>
      <vt:lpstr>Poly1305: How the Tag is Created</vt:lpstr>
      <vt:lpstr>AEAD Construction</vt:lpstr>
      <vt:lpstr>AEAD Construction</vt:lpstr>
      <vt:lpstr>Encryption Process</vt:lpstr>
      <vt:lpstr>Encryption Process</vt:lpstr>
      <vt:lpstr>Decryption Process</vt:lpstr>
      <vt:lpstr>Decryption Process</vt:lpstr>
      <vt:lpstr>Implementation Overview</vt:lpstr>
      <vt:lpstr>Hybrid Encryption Design in Our Project</vt:lpstr>
      <vt:lpstr>Message Flow</vt:lpstr>
      <vt:lpstr>Encrypted vs. Unencrypted</vt:lpstr>
      <vt:lpstr>Security Properties</vt:lpstr>
      <vt:lpstr>Real World Applications</vt:lpstr>
      <vt:lpstr>Challenges</vt:lpstr>
      <vt:lpstr>Results</vt:lpstr>
      <vt:lpstr>Future Work</vt:lpstr>
      <vt:lpstr>Conclusion</vt:lpstr>
      <vt:lpstr>Demo</vt:lpstr>
      <vt:lpstr>Questions?</vt:lpstr>
      <vt:lpstr>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443</cp:revision>
  <dcterms:created xsi:type="dcterms:W3CDTF">2026-04-28T19:18:13Z</dcterms:created>
  <dcterms:modified xsi:type="dcterms:W3CDTF">2026-05-04T20:47:39Z</dcterms:modified>
</cp:coreProperties>
</file>