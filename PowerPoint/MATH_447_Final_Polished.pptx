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114800"/>
            <a:ext cx="2286000" cy="22860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447  •  FINAL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ChaCha20-Poly1305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Chat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58368" y="3383280"/>
            <a:ext cx="457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Maddie  •  Lei  •  Aidan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1148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4114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 for real-time messaging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end-to-end encryption?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sender and the receiver can read the message — nobody in between.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27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2240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encrypted on the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device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decrypted only on the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receiver's device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server only relays ciphertext — it cannot read the plaintext.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563624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40680" y="1417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message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258568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2040" y="2404872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0680" y="2258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on the client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3099816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40680" y="30998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relayed by server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941064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92040" y="408736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40680" y="394106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decrypts on client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TCP is easy. Securing it against real adversaries is not.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solidFill>
            <a:srgbClr val="F9706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916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encryption,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in the middle can read everything.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417320"/>
            <a:ext cx="54864" cy="7132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472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Interception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7282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can be captured by ISPs, network operators, or attackers on shared Wi-Fi.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224028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2240280"/>
            <a:ext cx="54864" cy="71323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Trust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551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E2E, the server sees plaintext — one compromise leaks every conversation.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34840" y="306324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34840" y="3063240"/>
            <a:ext cx="54864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3118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Tampering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3374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authentication, ciphertext can be modified and the receiver wouldn't know.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34840" y="388620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34840" y="3886200"/>
            <a:ext cx="54864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3941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Identity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0" y="4197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verification, anyone could impersonate the sender.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3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chat application where the server can never read user messages.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48256" cy="33832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6988" y="1691640"/>
            <a:ext cx="868680" cy="868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8973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974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secure chat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98448" y="3291840"/>
            <a:ext cx="365760" cy="228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42900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Python client/server with real socket communication.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24328" y="1417320"/>
            <a:ext cx="2048256" cy="33832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4116" y="1691640"/>
            <a:ext cx="868680" cy="868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8973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1488" y="26974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encrypted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465576" y="3291840"/>
            <a:ext cx="365760" cy="228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2"/>
          <p:cNvSpPr/>
          <p:nvPr/>
        </p:nvSpPr>
        <p:spPr>
          <a:xfrm>
            <a:off x="2807208" y="342900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never leaves the client; only ciphertext crosses the wire.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91456" y="1417320"/>
            <a:ext cx="2048256" cy="33832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81244" y="1691640"/>
            <a:ext cx="868680" cy="868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8973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8616" y="26974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is blind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632704" y="3291840"/>
            <a:ext cx="365760" cy="228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7"/>
          <p:cNvSpPr/>
          <p:nvPr/>
        </p:nvSpPr>
        <p:spPr>
          <a:xfrm>
            <a:off x="4974336" y="342900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forwards opaque ciphertext — no key, no read access.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58584" y="1417320"/>
            <a:ext cx="2048256" cy="33832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48372" y="1691640"/>
            <a:ext cx="868680" cy="868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973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95744" y="26974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ChaCha20-Poly1305 core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799832" y="3291840"/>
            <a:ext cx="365760" cy="228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2"/>
          <p:cNvSpPr/>
          <p:nvPr/>
        </p:nvSpPr>
        <p:spPr>
          <a:xfrm>
            <a:off x="7141464" y="342900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modern AEAD cipher with built-in authentication.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relay-only server forwards ciphertext between authenticated clients.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03320" y="201168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194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703320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only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0" y="201168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21945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0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28600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286000" y="2697480"/>
            <a:ext cx="1417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544068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40680" y="2697480"/>
            <a:ext cx="1417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703320" y="3657600"/>
            <a:ext cx="173736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F97066"/>
            </a:solidFill>
            <a:prstDash val="dash"/>
          </a:ln>
        </p:spPr>
      </p:sp>
      <p:sp>
        <p:nvSpPr>
          <p:cNvPr id="22" name="Text 17"/>
          <p:cNvSpPr/>
          <p:nvPr/>
        </p:nvSpPr>
        <p:spPr>
          <a:xfrm>
            <a:off x="374904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sees: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74904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0xA3F2…91BC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0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Phases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a one-time handshake, then fast symmetric messaging.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CE4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566160" y="1600200"/>
            <a:ext cx="731520" cy="731520"/>
          </a:xfrm>
          <a:prstGeom prst="ellipse">
            <a:avLst/>
          </a:prstGeom>
          <a:solidFill>
            <a:srgbClr val="F5B400">
              <a:alpha val="20000"/>
            </a:srgbClr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Exchange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RSA-2048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cryptography establishes a shared symmetric key. RSA is slow but only runs once per session.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39776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1417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D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600" dirty="0"/>
          </a:p>
        </p:txBody>
      </p:sp>
      <p:sp>
        <p:nvSpPr>
          <p:cNvPr id="15" name="Shape 12"/>
          <p:cNvSpPr/>
          <p:nvPr/>
        </p:nvSpPr>
        <p:spPr>
          <a:xfrm>
            <a:off x="7818120" y="1600200"/>
            <a:ext cx="731520" cy="7315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830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8348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98348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Messaging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9834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ChaCha20-Poly1305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983480" y="3749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subsequent messages are encrypted with the shared symmetric key. Fast, authenticated, repeatable.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34840" y="3017520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9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ChaCha20-Poly1305?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Authenticated Encryption with Associated Data (AEAD) cipher.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2377440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cipher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691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749040" y="1691640"/>
            <a:ext cx="237744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Poly1305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691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675120" y="1691640"/>
            <a:ext cx="1645920" cy="73152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hides the plaintext from eavesdroppers.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4612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15468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3192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47472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Poly1305 detects any modification of the ciphertext.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15468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2084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primitive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6364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operation provides both — no separate MAC step.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WireGuard, TLS 1.3, and Signal.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6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ChaCha20-Poly1305?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it has displaced AES-GCM in many modern protocols.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F5B400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4650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270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in software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8562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addition, XOR, and bit rotation. Performs well even without dedicated AES hardware acceleration.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4378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6243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Side-channel resistant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63040" y="2953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lookup tables used by some block ciphers. More uniform execution reduces timing and cache leaks.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611880"/>
            <a:ext cx="73152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94106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721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Battle-tested in the wild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63040" y="40507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 TLS 1.3, QUIC, OpenSSH, WireGuard VPN, and Signal. RFC 8439 is the IETF standard.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ChaCha20: A Stream Cipher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pseudorandom keystream — never encrypts plaintext directly.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846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256-bit key + 96-bit nonce + counter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846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58568"/>
            <a:ext cx="54864" cy="73152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350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pseudorandom keystream block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4846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99816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912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31912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= plaintext XOR keystream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41064"/>
            <a:ext cx="4846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41064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325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Decrypt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40325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 = ciphertext XOR keystream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1417320"/>
            <a:ext cx="3200400" cy="301752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057400"/>
            <a:ext cx="196596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235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2971800"/>
            <a:ext cx="196596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0x9F2A…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3474720"/>
            <a:ext cx="2926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611880"/>
            <a:ext cx="1965960" cy="3657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0xC10B…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ChaCha20: Internal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4×4 matrix of 32-bit words — 16 words × 32 bits = 512 bits.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13232" cy="713232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08176" y="1554480"/>
            <a:ext cx="713232" cy="713232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08176" y="1554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554480"/>
            <a:ext cx="713232" cy="713232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76272" y="1554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4368" y="1554480"/>
            <a:ext cx="713232" cy="713232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1554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22576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22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08176" y="2322576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08176" y="2322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76272" y="2322576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76272" y="2322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2322576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44368" y="2322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090672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090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08176" y="3090672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08176" y="3090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76272" y="3090672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76272" y="3090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44368" y="3090672"/>
            <a:ext cx="713232" cy="713232"/>
          </a:xfrm>
          <a:prstGeom prst="rect">
            <a:avLst/>
          </a:prstGeom>
          <a:solidFill>
            <a:srgbClr val="F5B400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44368" y="3090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858768"/>
            <a:ext cx="713232" cy="713232"/>
          </a:xfrm>
          <a:prstGeom prst="rect">
            <a:avLst/>
          </a:prstGeom>
          <a:solidFill>
            <a:srgbClr val="F9706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858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08176" y="3858768"/>
            <a:ext cx="713232" cy="713232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08176" y="3858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76272" y="3858768"/>
            <a:ext cx="713232" cy="713232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176272" y="3858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44368" y="3858768"/>
            <a:ext cx="713232" cy="713232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44368" y="38587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words × 32 bits = 512 bits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0" y="1600200"/>
            <a:ext cx="32004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Constants (4 words)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"expand 32-byte k"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0" y="2194560"/>
            <a:ext cx="320040" cy="32004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(8 words)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shared secret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97680" y="2788920"/>
            <a:ext cx="320040" cy="3200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 (1 word)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54880" y="2999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64-byte block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97680" y="3383280"/>
            <a:ext cx="3200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Nonce (3 words)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754880" y="3593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96-bit unique-per-message value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97680" y="4069080"/>
            <a:ext cx="4297680" cy="64008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51" name="Text 49"/>
          <p:cNvSpPr/>
          <p:nvPr/>
        </p:nvSpPr>
        <p:spPr>
          <a:xfrm>
            <a:off x="443484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rounds = 10 double-rounds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4348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where the "20" in ChaCha20 comes from.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Shape 52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Quarter 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mixing operation. Scrambles four 32-bit words using only ARX.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ARX operations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304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 2³²)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 bit-rotate)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(exclusive or)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lookup tables. No multiplication. Just CPU-friendly basics.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4297680" cy="320040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QUARTERROUND(a, b, c, 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1965960"/>
            <a:ext cx="402336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+= b;   d ^= a;   d &lt;&lt;&lt;= 16;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2514600"/>
            <a:ext cx="402336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+= d;   b ^= c;   b &lt;&lt;&lt;= 12;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3063240"/>
            <a:ext cx="402336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+= b;   d ^= a;   d &lt;&lt;&lt;= 8;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3611880"/>
            <a:ext cx="402336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+= d;   b ^= c;   b &lt;&lt;&lt;= 7;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80 quarter rounds total — 4 columns × 4 diagonals × 10 double-rounds.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and Diagonal Rounds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double-round mixes the matrix two ways: by column, then by diagonal.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19072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58568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79576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9576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19072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58568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79576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9576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19072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58568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58568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79576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9576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19072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58568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856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03320" y="14630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Round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1874520"/>
            <a:ext cx="502920" cy="50292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42816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4281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82312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21808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03320" y="2414016"/>
            <a:ext cx="502920" cy="50292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42816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42816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82312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21808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953512"/>
            <a:ext cx="502920" cy="50292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0332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42816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42816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82312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321808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703320" y="3493008"/>
            <a:ext cx="502920" cy="50292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0332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242816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42816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782312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82312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321808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2180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766560" y="14630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Diagonal Round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766560" y="1874520"/>
            <a:ext cx="502920" cy="502920"/>
          </a:xfrm>
          <a:prstGeom prst="rect">
            <a:avLst/>
          </a:prstGeom>
          <a:solidFill>
            <a:srgbClr val="F5B400"/>
          </a:solidFill>
          <a:ln w="6350">
            <a:solidFill>
              <a:srgbClr val="F5B4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66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306056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0605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845552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455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385048" y="18745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8504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766560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06056" y="2414016"/>
            <a:ext cx="502920" cy="502920"/>
          </a:xfrm>
          <a:prstGeom prst="rect">
            <a:avLst/>
          </a:prstGeom>
          <a:solidFill>
            <a:srgbClr val="F5B400"/>
          </a:solidFill>
          <a:ln w="6350">
            <a:solidFill>
              <a:srgbClr val="F5B4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06056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845552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45552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385048" y="241401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8504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766560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6656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306056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06056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845552" y="2953512"/>
            <a:ext cx="502920" cy="502920"/>
          </a:xfrm>
          <a:prstGeom prst="rect">
            <a:avLst/>
          </a:prstGeom>
          <a:solidFill>
            <a:srgbClr val="F5B400"/>
          </a:solidFill>
          <a:ln w="6350">
            <a:solidFill>
              <a:srgbClr val="F5B4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4555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385048" y="295351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85048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766560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6656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306056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06056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845552" y="34930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45552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8385048" y="3493008"/>
            <a:ext cx="502920" cy="502920"/>
          </a:xfrm>
          <a:prstGeom prst="rect">
            <a:avLst/>
          </a:prstGeom>
          <a:solidFill>
            <a:srgbClr val="F5B400"/>
          </a:solidFill>
          <a:ln w="6350">
            <a:solidFill>
              <a:srgbClr val="F5B4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8504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double-round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 quarter rounds on columns + 4 quarter rounds on diagonals. </a:t>
            </a:r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runs 10 double-rounds → 20 total mixing rounds.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State to Ciphertext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from inputs to encrypted output.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371600" cy="1371600"/>
          </a:xfrm>
          <a:prstGeom prst="rect">
            <a:avLst/>
          </a:prstGeom>
          <a:solidFill>
            <a:srgbClr val="13243F"/>
          </a:solidFill>
          <a:ln w="19050">
            <a:solidFill>
              <a:srgbClr val="F5B4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1371600" cy="109728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+ Nonce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377440"/>
            <a:ext cx="274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691640"/>
            <a:ext cx="1371600" cy="1371600"/>
          </a:xfrm>
          <a:prstGeom prst="rect">
            <a:avLst/>
          </a:prstGeom>
          <a:solidFill>
            <a:srgbClr val="13243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691640"/>
            <a:ext cx="13716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bits)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2377440"/>
            <a:ext cx="274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86200" y="1691640"/>
            <a:ext cx="1371600" cy="1371600"/>
          </a:xfrm>
          <a:prstGeom prst="rect">
            <a:avLst/>
          </a:prstGeom>
          <a:solidFill>
            <a:srgbClr val="13243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86200" y="1691640"/>
            <a:ext cx="137160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rounds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rounds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0" y="2377440"/>
            <a:ext cx="274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691640"/>
            <a:ext cx="1371600" cy="1371600"/>
          </a:xfrm>
          <a:prstGeom prst="rect">
            <a:avLst/>
          </a:prstGeom>
          <a:solidFill>
            <a:srgbClr val="13243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691640"/>
            <a:ext cx="13716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Keystream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pseudorandom block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2377440"/>
            <a:ext cx="274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60920" y="1691640"/>
            <a:ext cx="1371600" cy="1371600"/>
          </a:xfrm>
          <a:prstGeom prst="rect">
            <a:avLst/>
          </a:prstGeom>
          <a:solidFill>
            <a:srgbClr val="13243F"/>
          </a:solidFill>
          <a:ln w="19050">
            <a:solidFill>
              <a:srgbClr val="F970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691640"/>
            <a:ext cx="1371600" cy="10972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XOR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solidFill>
            <a:srgbClr val="1324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611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encryption and decryption use the same operation.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38862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  XOR  Keystream  =  Ciphertext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XOR  Keystream  =  Plaintext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"number used once" — public, but must be unique per message.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96-bit value used alongside the key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does not need to be secret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unique for each message under the same key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alongside the ciphertext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1417320"/>
            <a:ext cx="4160520" cy="320040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15544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1234440" cy="54864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3440" y="2258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0" y="1965960"/>
            <a:ext cx="123444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2258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(unique)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23760" y="1965960"/>
            <a:ext cx="123444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23760" y="2258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block)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06540" y="260604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983480" y="3154680"/>
            <a:ext cx="32461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3154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606540" y="370332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4572000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Different nonce produces a different keystream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3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re-use a nonce?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Reusing a nonce with the same key is catastrophic.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F9706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with same key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6217920" cy="324612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two messages reuse the same nonce + key: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9659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 ⊕ Keystream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C₂ = P₂ ⊕ Keystream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2834640"/>
            <a:ext cx="45720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them together: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3246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⊕ C₂ = P₁ ⊕ P₂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keystream cancels, plaintext patterns leak, confidentiality broken.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Poly1305: Message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tampering. Does not encrypt — that's still ChaCha20's job.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7772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76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 → encrypts the message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276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Poly1305 → protects it from modification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3977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37744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54203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642616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Produces a 16-byte tag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3154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key + ciphertext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alongside the message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cryptographic fingerprint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09160" y="2377440"/>
            <a:ext cx="3977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09160" y="237744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4"/>
          <p:cNvSpPr/>
          <p:nvPr/>
        </p:nvSpPr>
        <p:spPr>
          <a:xfrm>
            <a:off x="4937760" y="254203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642616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Receiver verifies the tag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37760" y="3154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the tag during decryption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tags differ → message rejected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becomes detectable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8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Poly1305: How the Tag is Created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evaluation modulo a 130-bit prime.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16276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194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 key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06324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ChaCha20 with counter = 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9464" y="14630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6276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21945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60904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message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06624" y="306324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divided into 16-byte blocks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81728" y="14630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49824" y="16276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5"/>
          <p:cNvSpPr/>
          <p:nvPr/>
        </p:nvSpPr>
        <p:spPr>
          <a:xfrm>
            <a:off x="544982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21945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73168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18888" y="306324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 2¹³⁰ − 5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130-bit prime)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93992" y="14630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62088" y="16276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0"/>
          <p:cNvSpPr/>
          <p:nvPr/>
        </p:nvSpPr>
        <p:spPr>
          <a:xfrm>
            <a:off x="756208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219456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85432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16-byte tag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31152" y="306324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highly sensitive to any change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polynomial math? </a:t>
            </a:r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single flipped bit in the ciphertext changes the tag completely — making forgery essentially impossible.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26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AEAD Construction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 with Associated Data — three guarantees in one cipher.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is hidden from anyone who doesn't have the key.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4173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417320"/>
            <a:ext cx="2743200" cy="7315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6512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modification of the ciphertext is detected.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14173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1417320"/>
            <a:ext cx="2743200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645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58584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9944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someone with the key could have produced the tag.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DATA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that is authenticated but NOT encrypted.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message headers, usernames, timestamps, message type. The AD travels in the clear but is bound to the ciphertext via the tag, so an attacker can't swap it out without detection.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0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plaintext to authenticated ciphertext.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256-bit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417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secret. Same key used by sender and receiver.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96-bit nonce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counter-based. Public, but must be unique per message.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 Poly1305 key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97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with counter = 0 produces the one-time MAC key.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8328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 with ChaCha20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starts at 1. Plaintext XOR keystream = ciphertext.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Poly1305 tag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977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covers associated data, ciphertext, and length fields.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4617720"/>
            <a:ext cx="64008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6817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Nonce + Ciphertext + Authentication Tag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Decryption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decrypt — reject any tampered message.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package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417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+ ciphertext + authentication tag arrive together.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Recompute the tag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key and nonce to recompute Poly1305 over the ciphertext.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tags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697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don't match, REJECT — message was modified, drop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8328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Regenerate keystream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+ same nonce + same counter produces the same keystream.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plaintext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977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XOR keystream = original plaintext. Done.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4617720"/>
            <a:ext cx="64008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6817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decrypt — only authenticated messages reach the app.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Encryption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solves key distribution. ChaCha20-Poly1305 handles the messages.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RSA-2048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encrypts the symmetric key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decrypts on the receiver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but only runs once per session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key-distribution problem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417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ENCRYPTION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ChaCha20-Poly1305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plaintext with the shared key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ciphertext + authentication tag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built for high message volume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every message after handshake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typing a message and the recipient reading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324612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325112" y="1554480"/>
            <a:ext cx="493776" cy="49377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25112" y="1554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51376" y="1508760"/>
            <a:ext cx="54864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types a message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773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exists only in the sender's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2212848"/>
            <a:ext cx="493776" cy="49377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2212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2167128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167128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167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 on the client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432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 produces ciphertext + tag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5112" y="2871216"/>
            <a:ext cx="493776" cy="493776"/>
          </a:xfrm>
          <a:prstGeom prst="ellipse">
            <a:avLst/>
          </a:prstGeom>
          <a:solidFill>
            <a:srgbClr val="F5B4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2871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825496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51376" y="2825496"/>
            <a:ext cx="54864" cy="566928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25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to server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090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ciphertext crosses the network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3529584"/>
            <a:ext cx="493776" cy="493776"/>
          </a:xfrm>
          <a:prstGeom prst="ellipse">
            <a:avLst/>
          </a:prstGeom>
          <a:solidFill>
            <a:srgbClr val="F5B4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3529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3483864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483864"/>
            <a:ext cx="54864" cy="566928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483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forwards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cannot read it — relays opaque bytes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25112" y="4187952"/>
            <a:ext cx="493776" cy="49377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5112" y="4187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4142232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51376" y="4142232"/>
            <a:ext cx="54864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142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Receiver decrypts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407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recovered on the receiver's device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vs. Unencrypted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server actually sees in each mode of our application.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ENCRYPTION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sees plaintext: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3703320" cy="21945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alice: hey, are we still on?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bob:   yeah, 6pm at the cafe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alice: bring my laptop?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bob:   yes — pwd is hunter2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↑ leaked to anyone listening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087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ENCRYPTION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0600" y="2011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sees ciphertext: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00600" y="2331720"/>
            <a:ext cx="3703320" cy="21945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8" name="Text 14"/>
          <p:cNvSpPr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0xA3F2 91BC 4D3E 8801…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0x7E22 0918 BB44 1A0C…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0xC891 33A1 F2E0 7755…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0x190D 4422 BA17 9988…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↑ true end-to-end privacy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Properties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system actually guarantees.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544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4708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148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is hidden from everyone except the holders of the key.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17720" y="1463040"/>
            <a:ext cx="4069080" cy="15544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6304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8470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15000" y="2148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modification of the ciphertext is detected by the Poly1305 tag.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108960"/>
            <a:ext cx="4069080" cy="15544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F5B400">
              <a:alpha val="20000"/>
            </a:srgbClr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55448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someone with the key could have produced a valid tag.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617720" y="3108960"/>
            <a:ext cx="4069080" cy="1554480"/>
          </a:xfrm>
          <a:prstGeom prst="rect">
            <a:avLst/>
          </a:prstGeom>
          <a:solidFill>
            <a:srgbClr val="13243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17720" y="3108960"/>
            <a:ext cx="73152" cy="15544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5" name="Shape 20"/>
          <p:cNvSpPr/>
          <p:nvPr/>
        </p:nvSpPr>
        <p:spPr>
          <a:xfrm>
            <a:off x="4892040" y="3383280"/>
            <a:ext cx="640080" cy="640080"/>
          </a:xfrm>
          <a:prstGeom prst="ellipse">
            <a:avLst/>
          </a:prstGeom>
          <a:solidFill>
            <a:srgbClr val="F97066">
              <a:alpha val="20000"/>
            </a:srgbClr>
          </a:solidFill>
          <a:ln w="12700">
            <a:solidFill>
              <a:srgbClr val="F9706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49300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1500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Side-channel resistance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71500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ARX operations resist timing and cache attacks.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 is the default in many of the protocols you use every 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WireGuard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VPN protocol — uses ChaCha20-Poly1305 as its sole cipher.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4173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41732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TLS 1.3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6432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7905 cipher suite. Preferred when AES hardware is unavailable.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417320"/>
            <a:ext cx="269748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581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72784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HTTP/3's transport protocol. Mandates ChaCha20-Poly1305 support.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99232"/>
            <a:ext cx="269748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cipher in modern OpenSSH builds (chacha20-poly1305@openssh.com).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2999232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2999232"/>
            <a:ext cx="269748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56432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messaging — same family of constructions for confidentiality.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9904" y="2999232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999232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72784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Signal Protocol — encrypts billions of messages per day.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we wrestled with along the way.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4825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2708" y="1691640"/>
            <a:ext cx="777240" cy="777240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7" name="Text 5"/>
          <p:cNvSpPr/>
          <p:nvPr/>
        </p:nvSpPr>
        <p:spPr>
          <a:xfrm>
            <a:off x="1092708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Coordinating RSA Key Exchange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both clients to exchange public keys before any encrypted message could 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1417320"/>
            <a:ext cx="204825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9836" y="169164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59836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61488" y="26060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Generating a unique nonce per message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07208" y="338328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no nonce was ever reused under the same key — a single slip would break confidentiality.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91456" y="1417320"/>
            <a:ext cx="204825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26964" y="1691640"/>
            <a:ext cx="777240" cy="77724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5426964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28616" y="26060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authentication failures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74336" y="338328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to respond when Poly1305 verification fails: drop, log, or alert?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8584" y="1417320"/>
            <a:ext cx="2048256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94092" y="169164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594092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95744" y="26060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ciphertext over sockets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41464" y="3383280"/>
            <a:ext cx="1682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bytes make ordinary print-debugging useless — needed careful tracing.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verified.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173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functional encrypted client-server chat 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03120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219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031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that the server only ever sees ciphertext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788920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077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7889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decrypted messages only on the intended recipient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474720"/>
            <a:ext cx="73152" cy="59436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359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4747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authentication failure when ciphertext is tampered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4160520"/>
            <a:ext cx="73152" cy="5943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7939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41605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RSA key exchange with ChaCha20-Poly1305 messaging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19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we'd take this if we had another semester.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1783080"/>
            <a:ext cx="914400" cy="914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888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Diffie-Hellman key exchange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623060" y="3520440"/>
            <a:ext cx="365760" cy="228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6576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RSA with ECDH for faster handshakes and forward secrecy.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73552" y="141732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3552" y="141732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165092" y="1783080"/>
            <a:ext cx="914400" cy="9144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888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0712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secrecy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39412" y="3520440"/>
            <a:ext cx="365760" cy="228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3502152" y="36576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session keys so past traffic stays safe even if a long-term key leaks.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89904" y="141732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9904" y="1417320"/>
            <a:ext cx="269748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1" name="Shape 17"/>
          <p:cNvSpPr/>
          <p:nvPr/>
        </p:nvSpPr>
        <p:spPr>
          <a:xfrm>
            <a:off x="6981444" y="1783080"/>
            <a:ext cx="914400" cy="914400"/>
          </a:xfrm>
          <a:prstGeom prst="ellipse">
            <a:avLst/>
          </a:prstGeom>
          <a:solidFill>
            <a:srgbClr val="F5B400">
              <a:alpha val="15000"/>
            </a:srgbClr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9888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27064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nonce strategy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255764" y="3520440"/>
            <a:ext cx="365760" cy="2286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5" name="Text 20"/>
          <p:cNvSpPr/>
          <p:nvPr/>
        </p:nvSpPr>
        <p:spPr>
          <a:xfrm>
            <a:off x="6318504" y="36576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Hardware-derived randomness or counter-based nonces with rollover protection.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2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 real, working end-to-end encrypted chat — and </a:t>
            </a:r>
            <a:pPr indent="0" marL="0">
              <a:buNone/>
            </a:pPr>
            <a:r>
              <a:rPr lang="en-US" sz="2200" b="1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 the math behind it actually work</a:t>
            </a:r>
            <a:pPr indent="0" marL="0">
              <a:buNone/>
            </a:pPr>
            <a:r>
              <a:rPr lang="en-US" sz="2200" i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713232"/>
          </a:xfrm>
          <a:prstGeom prst="rect">
            <a:avLst/>
          </a:prstGeom>
          <a:solidFill>
            <a:srgbClr val="1324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420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ChaCha20-Poly1305 in practice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743200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modern AEAD cipher in real client-server code.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182112"/>
            <a:ext cx="8229600" cy="713232"/>
          </a:xfrm>
          <a:prstGeom prst="rect">
            <a:avLst/>
          </a:prstGeom>
          <a:solidFill>
            <a:srgbClr val="1324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670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met implementation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34440" y="3547872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lecture concepts (XOR, polynomials, modular arithmetic) to running software.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13243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513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4059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security model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4352544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and authentication — all three, end-to-end.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6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scripts. One sees plaintext. The other doesn't.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69080" cy="41148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59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ENCRYPTION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./runDecrypted.sh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36118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246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3520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server logs show every keystroke as plaintext.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0B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1417320"/>
            <a:ext cx="4069080" cy="41148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859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ENCRYPTION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1206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./runEncrypted.sh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846320" y="3108960"/>
            <a:ext cx="361188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3246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46320" y="3520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server logs show only opaque ciphertext bytes.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0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297680" y="3200400"/>
            <a:ext cx="5486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Maddie  •  Lei  •  Aidan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listening.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papers, and references used in this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Bernstein, D. J.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ChaCha, a variant of Salsa20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2008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cr.yp.to/chacha.html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84248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84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Bernstein, D. J.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Poly1305-AES message-authentication code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FSE 2005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51176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5117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Nir, Y., &amp; Langley, A.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and Poly1305 for IETF Protocols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RFC 8439, 2018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rfc-editor.org/rfc/rfc8439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181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Langley, A., et al.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 Cipher Suites for TLS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RFC 7905, 2016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rfc-editor.org/rfc/rfc7905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85032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85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Procter, G.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Analysis of the Composition of ChaCha20 and Poly1305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Cryptology ePrint, 2014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eprint.iacr.org/2014/613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51960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Vaillant, L.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050" i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of ChaCha20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loup-vaillant.fr/tutorials/chacha20-design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75320" y="4850892"/>
            <a:ext cx="164592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850892"/>
            <a:ext cx="365760" cy="457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7594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57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ChaCha20-Poly1305 Encrypted Chat</dc:title>
  <dc:subject>PptxGenJS Presentation</dc:subject>
  <dc:creator>Maddie, Lei, &amp; Aidan</dc:creator>
  <cp:lastModifiedBy>Maddie, Lei, &amp; Aidan</cp:lastModifiedBy>
  <cp:revision>1</cp:revision>
  <dcterms:created xsi:type="dcterms:W3CDTF">2026-05-04T21:56:48Z</dcterms:created>
  <dcterms:modified xsi:type="dcterms:W3CDTF">2026-05-04T21:56:48Z</dcterms:modified>
</cp:coreProperties>
</file>